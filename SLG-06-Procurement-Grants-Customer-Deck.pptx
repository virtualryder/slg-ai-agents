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554480"/>
            <a:ext cx="4754880" cy="4754880"/>
          </a:xfrm>
          <a:prstGeom prst="ellipse">
            <a:avLst/>
          </a:prstGeom>
          <a:solidFill>
            <a:srgbClr val="2A37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</a:rPr>
              <a:t>SLG AI AGENT SUITE  ·  AGENT 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Procurement, Contracting &amp; Grants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</a:rPr>
              <a:t>Finds vehicles and funding, drafts solicitation sections, organizes bid evidence against published criteria — while award stays with a procurement officer.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5212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Governed on AWS  ·  </a:t>
            </a:r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</a:rPr>
              <a:t>grounded · human-approved · audited · deny-by-default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THE PROBLEM TODAY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staff and residents face now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828800"/>
          </a:xfrm>
          <a:prstGeom prst="roundRect">
            <a:avLst>
              <a:gd name="adj" fmla="val 3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0253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Document-intensive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96312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40"/>
                </a:solidFill>
              </a:rPr>
              <a:t>Requirements, solicitations, vendor Q&amp;A, evaluations, amendments.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03520" cy="1828800"/>
          </a:xfrm>
          <a:prstGeom prst="roundRect">
            <a:avLst>
              <a:gd name="adj" fmla="val 3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00253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cycles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496312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40"/>
                </a:solidFill>
              </a:rPr>
              <a:t>Acquisition and grant timelines stretch for months.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5303520" cy="1828800"/>
          </a:xfrm>
          <a:prstGeom prst="roundRect">
            <a:avLst>
              <a:gd name="adj" fmla="val 3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10565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Clause drift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4599432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40"/>
                </a:solidFill>
              </a:rPr>
              <a:t>Required clauses inconsistently applied across solicitations.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3886200"/>
            <a:ext cx="5303520" cy="1828800"/>
          </a:xfrm>
          <a:prstGeom prst="roundRect">
            <a:avLst>
              <a:gd name="adj" fmla="val 3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410565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Missed funding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4599432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40"/>
                </a:solidFill>
              </a:rPr>
              <a:t>Grant opportunities lapse for lack of capacity.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WHAT IT COSTS TODAY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status quo, quantified (customer-tunable)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06040" cy="2103120"/>
          </a:xfrm>
          <a:prstGeom prst="roundRect">
            <a:avLst>
              <a:gd name="adj" fmla="val 30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488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solicitation-development cycle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1874520"/>
            <a:ext cx="2606040" cy="2103120"/>
          </a:xfrm>
          <a:prstGeom prst="roundRect">
            <a:avLst>
              <a:gd name="adj" fmla="val 30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21488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11880" y="30175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incomplete submissions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74520"/>
            <a:ext cx="2606040" cy="2103120"/>
          </a:xfrm>
          <a:prstGeom prst="roundRect">
            <a:avLst>
              <a:gd name="adj" fmla="val 30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21488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400800" y="30175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inconsistent required clauses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06840" y="1874520"/>
            <a:ext cx="2606040" cy="2103120"/>
          </a:xfrm>
          <a:prstGeom prst="roundRect">
            <a:avLst>
              <a:gd name="adj" fmla="val 30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06840" y="21488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189720" y="30175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grant opportunities missed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2976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40"/>
                </a:solidFill>
              </a:rPr>
              <a:t>Levers: solicitation cycle · grant speed · incomplete submissions · clause consistency.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88"/>
                </a:solidFill>
              </a:rPr>
              <a:t>Comparable public results: Anne Arundel County 45 min → under 20s; Grupo TX ~35% call-volume cut (AWS, 2026).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agent does — every intent maps to an action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234440"/>
          </a:xfrm>
          <a:prstGeom prst="roundRect">
            <a:avLst>
              <a:gd name="adj" fmla="val 5185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476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8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4400" y="2386584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read · contract vehicles &amp; funding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03520" cy="1234440"/>
          </a:xfrm>
          <a:prstGeom prst="roundRect">
            <a:avLst>
              <a:gd name="adj" fmla="val 5185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9476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8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 RFP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92240" y="2386584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write · solicitation sections (HITL)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5303520" cy="1234440"/>
          </a:xfrm>
          <a:prstGeom prst="roundRect">
            <a:avLst>
              <a:gd name="adj" fmla="val 5185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3649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8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14400" y="3803904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read · deterministic scoring rubric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3200400"/>
            <a:ext cx="5303520" cy="1234440"/>
          </a:xfrm>
          <a:prstGeom prst="roundRect">
            <a:avLst>
              <a:gd name="adj" fmla="val 5185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33649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8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92240" y="3803904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solicitation status lookup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88"/>
                </a:solidFill>
              </a:rPr>
              <a:t>Each write pauses at a human-approval gate; reads complete with citations. Systems: ERP / e-procurement · grants systems · IDP · KB.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SECURITY &amp; ACCOUNTABILITY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CISO signs off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212080" cy="1737360"/>
          </a:xfrm>
          <a:prstGeom prst="roundRect">
            <a:avLst>
              <a:gd name="adj" fmla="val 3684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011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 privilege, provable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Agent grant ∩ user entitlement — the agent can never exceed the employee.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212080" cy="1737360"/>
          </a:xfrm>
          <a:prstGeom prst="roundRect">
            <a:avLst>
              <a:gd name="adj" fmla="val 3684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011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human owns the decision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The agent organizes evidence and applies a published rubric; `award` is withheld — the procurement officer owns the decision.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794760"/>
            <a:ext cx="5212080" cy="1737360"/>
          </a:xfrm>
          <a:prstGeom prst="roundRect">
            <a:avLst>
              <a:gd name="adj" fmla="val 3684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3977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&amp; accessible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005840" y="443484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No fabricated facts; ADA Title II / WCAG checks on AI output.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3794760"/>
            <a:ext cx="5212080" cy="1737360"/>
          </a:xfrm>
          <a:prstGeom prst="roundRect">
            <a:avLst>
              <a:gd name="adj" fmla="val 3684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3977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Tamper-evident audit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92240" y="443484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Every attempt PII-masked to an append-only store + WORM retention.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DEPLOY &amp; EXPAND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demo to a scoped pilot on your account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6002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today, no API key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4400" y="244144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Deterministic demo + automated governance tests before any AWS spend.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03520" cy="16002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Deployable IaC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92240" y="244144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CloudFormation + Terraform; commercial &amp; GovCloud; per-agent deploy runbook.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5303520" cy="16002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794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Plugs into the platform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14400" y="427024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This agent is a step in the whole-of-government life-event sagas.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3611880"/>
            <a:ext cx="5303520" cy="16002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3794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Measurable pilot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92240" y="427024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One agency, one workflow, your IdP &amp; data — producing audit evidence.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1B2440"/>
                </a:solidFill>
              </a:rPr>
              <a:t>Next step: stand up Agent 06 in a scoped pilot and put a real audit trail in front of your CISO.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Procurement, Contracting &amp; Grants</dc:title>
  <dc:subject>PptxGenJS Presentation</dc:subject>
  <dc:creator>PptxGenJS</dc:creator>
  <cp:lastModifiedBy>PptxGenJS</cp:lastModifiedBy>
  <cp:revision>1</cp:revision>
  <dcterms:created xsi:type="dcterms:W3CDTF">2026-06-23T17:48:15Z</dcterms:created>
  <dcterms:modified xsi:type="dcterms:W3CDTF">2026-06-23T17:48:15Z</dcterms:modified>
</cp:coreProperties>
</file>