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Permitting &amp; Licensing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Identifies the right permit, explains requirements, checks parcel/zoning, prefills and routes — while issuance stays with an authorized official.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Multi-department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Zoning, planning, fire, engineering — parallel reviews no one can see across.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 status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Applicants can't tell what's missing or who's holding the case.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submissions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Rework loops add weeks to every permit.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drag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Slow permits delay housing, business, and tax revenue.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typical permit cycle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reviewer administrative 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submissions missing items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economic development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permit cycle time · reviewer admin · resubmission rate · inspection scheduling.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plain-language checklist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prefill &amp; create application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parallel reviewer routing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identity-gated lookup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Permitting (Accela/Tyler) · GIS · IDP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Permit issuance and code interpretation stay with an authorized official — `issue_permit` is withheld from the agent in code.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03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Permitting &amp; Licensing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