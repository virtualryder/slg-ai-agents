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554480"/>
            <a:ext cx="4754880" cy="4754880"/>
          </a:xfrm>
          <a:prstGeom prst="ellipse">
            <a:avLst/>
          </a:prstGeom>
          <a:solidFill>
            <a:srgbClr val="2A37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</a:rPr>
              <a:t>SLG AI AGENT SUITE  ·  AGENT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&amp; Intelligent Document Processing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Determines the right form, extracts and validates fields, assembles the official form — never inventing facts the applicant didn't supply.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Governed on AWS  ·  </a:t>
            </a:r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grounded · human-approved · audited · deny-by-default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PROBLEM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staff and residents face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Forms everywhere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Benefits, permits, licenses, taxes, incident reports — each its own form and re-keying.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025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Re-supplied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92240" y="249631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Residents repeatedly submit information the government already holds.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triage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Staff identify missing fields, classify attachments, and chase applicants.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886200"/>
            <a:ext cx="5303520" cy="1828800"/>
          </a:xfrm>
          <a:prstGeom prst="roundRect">
            <a:avLst>
              <a:gd name="adj" fmla="val 35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41056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backlogs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4599432"/>
            <a:ext cx="4800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40"/>
                </a:solidFill>
              </a:rPr>
              <a:t>Volume spikes overwhelm intake teams.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WHAT IT COSTS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status quo, quantified (customer-tunable)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data-entry labor per application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1188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applications incomplete on first try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added to processing cycles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874520"/>
            <a:ext cx="2606040" cy="2103120"/>
          </a:xfrm>
          <a:prstGeom prst="roundRect">
            <a:avLst>
              <a:gd name="adj" fmla="val 30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06840" y="214884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89720" y="301752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completion / higher abandonment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40"/>
                </a:solidFill>
              </a:rPr>
              <a:t>Levers: data-entry labor · incomplete-application rework · cycle time · abandonment.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8"/>
                </a:solidFill>
              </a:rPr>
              <a:t>Comparable public results: Anne Arundel County 45 min → under 20s; Grupo TX ~35% call-volume cut (AWS, 2026).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does — every intent maps to an action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pull fields + attachments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476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read · flag missing/format errors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write · render the official form (HITL)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303520" cy="1234440"/>
          </a:xfrm>
          <a:prstGeom prst="roundRect">
            <a:avLst>
              <a:gd name="adj" fmla="val 5185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36499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E8B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380390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identity-gated lookup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88"/>
                </a:solidFill>
              </a:rPr>
              <a:t>Each write pauses at a human-approval gate; reads complete with citations. Systems: IDP (Bedrock Data Automation / Textract) · KB · Identity · Consent · 311/CRM.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SECURITY &amp; ACCOUNTABILITY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CISO signs off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Least privilege, provable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Agent grant ∩ user entitlement — the agent can never exceed the employee.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human owns the decision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facts: the agent identifies a missing income statement; it never estimates or invents the income.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&amp; accessible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No fabricated facts; ADA Title II / WCAG checks on AI output.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5212080" cy="1737360"/>
          </a:xfrm>
          <a:prstGeom prst="roundRect">
            <a:avLst>
              <a:gd name="adj" fmla="val 3684"/>
            </a:avLst>
          </a:prstGeom>
          <a:solidFill>
            <a:srgbClr val="2A376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Tamper-evident audit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709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Every attempt PII-masked to an append-only store + WORM retention.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BC0"/>
                </a:solidFill>
              </a:rPr>
              <a:t>DEPLOY &amp; EXPAND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demo to a scoped pilot on your account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today, no API key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Deterministic demo + automated governance tests before any AWS spend.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Deployable IaC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92240" y="24414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CloudFormation + Terraform; commercial &amp; GovCloud; per-agent deploy runbook.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Plugs into the platform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This agent is a step in the whole-of-government life-event sagas.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03520" cy="16002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794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pilot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492240" y="4270248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40"/>
                </a:solidFill>
              </a:rPr>
              <a:t>One agency, one workflow, your IdP &amp; data — producing audit evidence.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B2440"/>
                </a:solidFill>
              </a:rPr>
              <a:t>Next step: stand up Agent 02 in a scoped pilot and put a real audit trail in front of your CISO.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Forms &amp; Intelligent Document Processing</dc:title>
  <dc:subject>PptxGenJS Presentation</dc:subject>
  <dc:creator>PptxGenJS</dc:creator>
  <cp:lastModifiedBy>PptxGenJS</cp:lastModifiedBy>
  <cp:revision>1</cp:revision>
  <dcterms:created xsi:type="dcterms:W3CDTF">2026-06-23T17:48:15Z</dcterms:created>
  <dcterms:modified xsi:type="dcterms:W3CDTF">2026-06-23T17:48:15Z</dcterms:modified>
</cp:coreProperties>
</file>