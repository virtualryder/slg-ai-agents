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554480"/>
            <a:ext cx="4754880" cy="4754880"/>
          </a:xfrm>
          <a:prstGeom prst="ellipse">
            <a:avLst/>
          </a:prstGeom>
          <a:solidFill>
            <a:srgbClr val="2A37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</a:rPr>
              <a:t>SLG AI AGENT SUITE  ·  AGENT 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Safety / Public Health Case &amp; Report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</a:rPr>
              <a:t>Summarizes incidents, drafts reports from approved source material, turns questions into validated surveillance queries — without probable cause or diagnoses.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Governed on AWS  ·  </a:t>
            </a:r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</a:rPr>
              <a:t>grounded · human-approved · audited · deny-by-default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THE PROBLEM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staff and residents face now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025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Narrative-heavy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9631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Incident reports, call recordings, officer notes, lab data, investigations.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025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burden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49631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Hours spent writing and structuring reports.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1056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bottleneck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59943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Surveillance questions wait on scarce SQL expertise.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88620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1056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Disclosure load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459943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Redaction and release for records requests is manual.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WHAT IT COSTS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status quo, quantified (customer-tunable)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per incident report write-up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1188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disease-surveillance turnaround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0080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incomplete records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8972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analyst capacity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</a:rPr>
              <a:t>Levers: report-writing time · surveillance turnaround · record completeness · analyst capacity.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8"/>
                </a:solidFill>
              </a:rPr>
              <a:t>Comparable public results: Anne Arundel County 45 min → under 20s; Grupo TX ~35% call-volume cut (AWS, 2026).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does — every intent maps to an action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47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238658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read · structure from approved source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47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38658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write · draft report (HITL)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364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Surveillance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380390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read · validated SQL query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320040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364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380390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CJI/PHI kept separate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88"/>
                </a:solidFill>
              </a:rPr>
              <a:t>Each write pauses at a human-approval gate; reads complete with citations. Systems: Incident systems · governed data lake (Lake Formation) · OpenSearch · KB.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SECURITY &amp; ACCOUNTABILITY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CISO signs off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privilege, provable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Agent grant ∩ user entitlement — the agent can never exceed the employee.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human owns the decision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AI never establishes probable cause, calculates dangerousness, diagnoses, or initiates enforcement; CJI/PHI/public data stay separated; SQL is validated before execution.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79476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&amp; accessible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05840" y="443484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No fabricated facts; ADA Title II / WCAG checks on AI output.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79476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Tamper-evident audit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443484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Every attempt PII-masked to an append-only store + WORM retention.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DEPLOY &amp; EXPAND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demo to a scoped pilot on your account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today, no API key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24414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Deterministic demo + automated governance tests before any AWS spend.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Deployable IaC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4414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CloudFormation + Terraform; commercial &amp; GovCloud; per-agent deploy runbook.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794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Plugs into the platform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42702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This agent is a step in the whole-of-government life-event sagas.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36118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794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pilot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42702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One agency, one workflow, your IdP &amp; data — producing audit evidence.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B2440"/>
                </a:solidFill>
              </a:rPr>
              <a:t>Next step: stand up Agent 08 in a scoped pilot and put a real audit trail in front of your CISO.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Safety / Public Health Case &amp; Report</dc:title>
  <dc:subject>PptxGenJS Presentation</dc:subject>
  <dc:creator>PptxGenJS</dc:creator>
  <cp:lastModifiedBy>PptxGenJS</cp:lastModifiedBy>
  <cp:revision>1</cp:revision>
  <dcterms:created xsi:type="dcterms:W3CDTF">2026-06-23T17:48:15Z</dcterms:created>
  <dcterms:modified xsi:type="dcterms:W3CDTF">2026-06-23T17:48:15Z</dcterms:modified>
</cp:coreProperties>
</file>