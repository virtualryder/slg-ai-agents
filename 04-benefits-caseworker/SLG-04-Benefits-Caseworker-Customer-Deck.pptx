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554480"/>
            <a:ext cx="4754880" cy="4754880"/>
          </a:xfrm>
          <a:prstGeom prst="ellipse">
            <a:avLst/>
          </a:prstGeom>
          <a:solidFill>
            <a:srgbClr val="2A37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</a:rPr>
              <a:t>SLG AI AGENT SUITE  ·  AGENT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/ HHS Caseworker Assist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Prescreens, assembles evidence, flags missing documents, drafts notices — while the deterministic engine and a human supervisor own the determination.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Governed on AWS  ·  </a:t>
            </a:r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grounded · human-approved · audited · deny-by-default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PROBLEM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staff and residents face now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rules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Medicaid, SNAP, TANF, UI, childcare — dense eligibility logic and documentation.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System-switching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Caseworkers move across many systems per case.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evidence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Residents re-supply the same documents to each program.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&amp; denials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Procedural denials and coverage loss harm residents.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WHAT IT COSTS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status quo, quantified (customer-tunable)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caseworker time per case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1188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applications abandoned mid-process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added to renewals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972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procedural denials &amp; churn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</a:rPr>
              <a:t>Levers: caseworker capacity · abandonment · renewal speed · procedural denials.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Comparable public results: Anne Arundel County 45 min → under 20s; Grupo TX ~35% call-volume cut (AWS, 2026).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does — every intent maps to an 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Prescreen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3865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read · nonbinding program match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3865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write · create application (HITL)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38039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write · draft RFI / notices (HITL)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38039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identity-gated lookup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8"/>
                </a:solidFill>
              </a:rPr>
              <a:t>Each write pauses at a human-approval gate; reads complete with citations. Systems: Integrated eligibility system · IDP · Identity · KB.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SECURITY &amp; ACCOUNTABILITY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CISO signs off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privilege, provable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Agent grant ∩ user entitlement — the agent can never exceed the employee.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 owns the decision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The deterministic eligibility engine runs OUTSIDE the LLM; `adjudicate` is withheld — the agent never denies or terminates a benefit.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&amp; accessible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No fabricated facts; ADA Title II / WCAG checks on AI output.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audit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Every attempt PII-masked to an append-only store + WORM retention.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DEPLOY &amp; EXPAND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 to a scoped pilot on your account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today, no API key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4414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Deterministic demo + automated governance tests before any AWS spend.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 IaC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4414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CloudFormation + Terraform; commercial &amp; GovCloud; per-agent deploy runbook.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Plugs into the platform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42702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This agent is a step in the whole-of-government life-event sagas.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pilot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2702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One agency, one workflow, your IdP &amp; data — producing audit evidence.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B2440"/>
                </a:solidFill>
              </a:rPr>
              <a:t>Next step: stand up Agent 04 in a scoped pilot and put a real audit trail in front of your CISO.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Benefits / HHS Caseworker Assist</dc:title>
  <dc:subject>PptxGenJS Presentation</dc:subject>
  <dc:creator>PptxGenJS</dc:creator>
  <cp:lastModifiedBy>PptxGenJS</cp:lastModifiedBy>
  <cp:revision>1</cp:revision>
  <dcterms:created xsi:type="dcterms:W3CDTF">2026-06-23T17:48:15Z</dcterms:created>
  <dcterms:modified xsi:type="dcterms:W3CDTF">2026-06-23T17:48:15Z</dcterms:modified>
</cp:coreProperties>
</file>