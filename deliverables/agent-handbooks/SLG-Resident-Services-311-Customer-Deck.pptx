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Illustrative benefit @ 1M contacts × $6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benefit ($M)</c:v>
                </c:pt>
              </c:strCache>
            </c:strRef>
          </c:tx>
          <c:spPr>
            <a:solidFill>
              <a:srgbClr val="2E8BC0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15% deflection</c:v>
                  </c:pt>
                  <c:pt idx="1">
                    <c:v>25% deflection</c:v>
                  </c:pt>
                  <c:pt idx="2">
                    <c:v>35% deflection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1.5</c:v>
                </c:pt>
                <c:pt idx="2">
                  <c:v>2.1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3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BUILT ON AWS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Services &amp; 311 Navigator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auditable AI that helps residents reach the right service — and helps staff act safely, with a human approving every consequential step.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agent is not the product.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The governed platform that makes it deployable, auditable, and compliant is.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Residents can't find the right service — and staff carry the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access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pages, phone numbers, PDFs, and forms across dozens of departments.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Wrong-door problem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don't know which agency owns their issue, so calls bounce and transfer.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time drain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counties spent 45+ minutes summarizing and routing a single complex contact.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After-hours gap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24/7, multilingual, or accessible path for routine questions.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Source: NASCIO 2026 (AI = #1 state CIO priority); Anne Arundel County, AWS 2026.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 is expensive — in dollars and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loaded cost per live contact (typical)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45+ min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3063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to summarize &amp; route one complex case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departments a resident must navigate (Virginia Beach)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1,300+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89720" y="3063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questions an AI assistant fielded in month 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</a:rPr>
              <a:t>Even modest call deflection at this volume returns seven figures annually — see the ROI slide.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Sources: Virginia Beach &amp; Anne Arundel County (AWS, 2026). Illustrative loaded cost; tune to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Resident Services &amp; 311 agent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Understand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Classifies the plain-language request and the responsible agency.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Retrieve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Pulls authoritative public content through the governed gateway.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Verify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Requires identity before any personal/account disclosure — name + address is never enough.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Answer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Drafts a cited answer; grounding blocks fabricated fees, dates, or agencies.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37947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Act (gated)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Opens a 311 case or books an appointment — only after a human approves.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Escalate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75320" y="4434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Routes sensitive or complex matters to staff with full context.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REFERENCE ARCHITECTURE ON AWS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system touch passes one governed front door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642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66420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Web · mobile · chat · voice (Amazon Connect optional) · staff console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runtime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57860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AgentCore Runtime (container) or Step Functions + Lambda — framework-enforced human gate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E8BC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930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Authorization Gateway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49300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AgentCore Gateway + Identity · deny-by-default · scoped tokens · masked audit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074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440740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Bedrock (Claude) + Guardrails · Knowledge Bases (OpenSearch / Aurora pgvector)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3218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records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532180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DynamoDB append-only audit · S3 Object Lock (WORM) · KMS CMK · CloudTrail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CJI · FTI · PHI · education · public data are isolated by account/VPC boundary, not pooled.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385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Agent grant ∩ user entitlement — the agent can never exceed the employee it acts for.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385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Consequential actions withheld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Issue permit, adjudicate, release records, award contract are absent from the agent in code, not just policy.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041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Every attempt logged, PII/CJI/FTI-masked, to an append-only store + WORM snapshots.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041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 by design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492240" y="45720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Mapped to CJIS v6.0, IRS Pub 1075, HIPAA/MARS-E→ARC-AMPE, FERPA, DPPA, ADA Title II, GovRAMP, NIST AI RMF.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Bedrock + Guardrails + Knowledge Bases are FedRAMP High / DoD IL-4/5 approved in AWS GovCloud (US).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a CIO can take to the budget office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82880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dollars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0" y="248716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24/7, multilingual, accessible access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Fewer wrong-department transfers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Lower handling time &amp; after-call work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Institutional-knowledge retention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Staff redeployed to complex cases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Worksheet, not a guarantee — plug in customer volume &amp; loaded rate. Comparable: TxGov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ADOPT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empty account to running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CloudFormation master + Terraform parity — commercial and GovCloud.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gateway paths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57860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Portable (any region, incl. GovCloud) or AgentCore — same deny-by-default policy.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with no API key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40740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Deterministic demo + 64 automated governance/platform tests before any AWS spend.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from day 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40740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The approval queue is the control that makes a writing agent safe to deploy.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Next step: a scoped pilot — one agency, one workflow, your IdP, your knowledge base, your audit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Resident Services &amp; 311 Navigator</dc:title>
  <dc:subject>PptxGenJS Presentation</dc:subject>
  <dc:creator>SLG AI Agent Suite</dc:creator>
  <cp:lastModifiedBy>SLG AI Agent Suite</cp:lastModifiedBy>
  <cp:revision>1</cp:revision>
  <dcterms:created xsi:type="dcterms:W3CDTF">2026-06-23T16:43:41Z</dcterms:created>
  <dcterms:modified xsi:type="dcterms:W3CDTF">2026-06-23T16:43:41Z</dcterms:modified>
</cp:coreProperties>
</file>