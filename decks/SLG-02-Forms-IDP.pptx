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
SHOW: title and your name.
SAY: 'Government runs on forms. The same resident re-supplies the same data to four agencies, and staff re-key all of it. This agent removes the typing — not the judgment.'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45 MINUTES → 20 SECONDS headline and the three stat cards.
SAY: 'Anne Arundel County: a 45-minute manual intake task now completes in under 20 seconds. Arizona's Textract portal auto-approved 49% of applications. Manual entry carries a 1 to 4% field error rate. The win is labor and quality.'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situation, need, and the constraint bar.
SAY: 'Walk the re-keying and missing-field pain, then the need. The constraint is the pitch: the agent identifies a missing income statement — it never invents the income.'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
SHOW: extract → validate → assemble pipeline; green gate on assembly; trust cards.
SAY: 'Walk extract, validate, assemble. Emphasize confidence scoring — low-confidence fields route to a human, never silently accepted. The green gate is on the assembly write into the system of record.'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
SHOW: the architecture diagram; numbered flow.
SAY: 'Documents are masked before any LLM exposure and IDP runs in-account; FTI and PHI data classes are isolated. Walk identity → edge → gateway → Bedrock VPC endpoint → WORM audit.'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
SHOW: outcomes band, cards, takeaway.
SAY: 'Greater than 99% faster intake from the Anne Arundel figure; 49% auto-approved on suitable applications; about 52% lower manual-error risk — that one is vendor-reported.'
TRADEOFF TALK TRACK: (1) a confidence threshold means some fields still need a human — I trade full automation for not fabricating a value in a legal form; (2) Bedrock Data Automation over a custom OCR stack — less low-level control, but governed and in-account; (3) the human gate on assembly — one approval step so a person owns the official record. CLOSE: 'Automate the typing, not the judgment. This is also the intake foundation for permits, benefits, and FOIA.'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determines the right form, extracts and validates fields, and assembles the official form — collecting only what the applicant supplies, never inventing a legally significant fact.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45 MINUTES TO 20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Government runs on forms, and staff re-key data the government already holds. Intelligent document processing turns manual intake into seconds — with a human gate on the assembled result.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 → &lt;20s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manual case-intake summarization, automated (Anne Arundel County)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Feb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benefit applications auto-approved by document automation (Arizona)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1–4%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fields contain manual data-entry errors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industry (Lido)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Re-keying, missing fields, and seasonal backlogs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Benefits, permits, licenses, taxes, incident reports — each its own form and re-keying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repeatedly submit information the government already holds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manually identify missing fields, classify attachments, and chase applicants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Online forms see high abandonment; volume spikes overwhelm intake teams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data-entry labor and incomplete-application rework, shorten cycle time, and reduce abandonment.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extract fields from attachments, validate completeness, and assemble the official form into the system of record.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IRS Pub 1075 (FTI), HIPAA, DPPA — and a guarantee the agent never fabricates a legally significant fact.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identifies a missing income statement; it never estimates or invents the income.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→ validate → assemble, with a human gate on the official form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identify the correct form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fields + attachments (IDP)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completeness + format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WCAG · PII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intake specialist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render official form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fabricated facts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Grounding flags any field not traceable to a source document before a human sees it.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Confidence-scored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Low-confidence extractions are routed to human review, not silently accepted.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never decides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Assembly into the system of record is a human-approved write, fully audited.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Forms &amp; Intelligent Document Processing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&gt;99%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intake, 45 min→&lt;20s (Anne Arundel)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applications auto-approved (Arizona)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−52%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manual error risk (IDP benchmark)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95%+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straight-through on suitable docs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Confidence threshold over full automation — low-confidence extractions route to a human. Cost: some fields still need eyes; payoff: no fabricated values in a legal form.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Data Automation over a bespoke OCR pipeline — managed, in-account extraction. Cost: less low-level control; payoff: governed processing, faster to deploy, FTI/PHI stays in-account.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gate on assembly over auto-submit — the official form is a legal artifact. Cost: one approval step; payoff: a person owns the record of truth.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form-rule RAG (which form, which fields)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Reuse-with-consent of data the government already holds (pre-fill)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system-of-record connectors replacing fixtures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automate the typing, not the judgment — the agent assembles evidence, a human owns the official record.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AWS Public Sector 2026 (Anne Arundel 45m→20s; Arizona 49%)  ·  RaftLabs IDP — vendor-reported benchmark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Forms &amp; Intelligent Document Processing</dc:title>
  <dc:subject>PptxGenJS Presentation</dc:subject>
  <dc:creator>David Ryder</dc:creator>
  <cp:lastModifiedBy>David Ryder</cp:lastModifiedBy>
  <cp:revision>1</cp:revision>
  <dcterms:created xsi:type="dcterms:W3CDTF">2026-06-23T22:01:38Z</dcterms:created>
  <dcterms:modified xsi:type="dcterms:W3CDTF">2026-06-23T22:01:38Z</dcterms:modified>
</cp:coreProperties>
</file>