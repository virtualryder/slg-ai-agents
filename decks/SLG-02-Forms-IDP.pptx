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'Government runs on forms. The same resident re-supplies the same data to four agencies, and staff re-key all of it.' Frame the agent as removing the typing, not the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The hook is Anne Arundel County: a 45-minute manual intake task now completes in under 20 seconds (AWS, Feb 2026). Arizona's Textract portal auto-approved 49% of applications. Manual entry carries a 1–4% field error rate. The savings are labor AND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The constraint is the whole pitch: the agent identifies a missing income statement; it never invents the income. That's the line between an accelerator and a liability in a regulated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extract→validate→assemble. Emphasize confidence scoring: low-confidence fields route to a human. The green gate is on the assembly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Standard SLG architecture. Call out that documents are masked before LLM exposure and IDP runs in-account; FTI/PHI data classes are isolated.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Results modeled from the cited benchmarks. ~98% faster intake, 49% straight-through on suitable apps. Honest limit: extraction accuracy needs per-form validation. Close: this agent is the intake foundation for permits, benefits, and FOIA.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determines the right form, extracts and validates fields, and assembles the official form — collecting only what the applicant supplies, never inventing a legally significant fact.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45 MINUTES TO 20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Government runs on forms, and staff re-key data the government already holds. Intelligent document processing turns manual intake into seconds — with a human gate on the assembled result.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 → &lt;20s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manual case-intake summarization, automated (Anne Arundel County)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Feb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benefit applications auto-approved by document automation (Arizona)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1–4%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fields contain manual data-entry errors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industry (Lido)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Re-keying, missing fields, and seasonal backlogs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Benefits, permits, licenses, taxes, incident reports — each its own form and re-keying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repeatedly submit information the government already holds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manually identify missing fields, classify attachments, and chase applicants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Online forms see high abandonment; volume spikes overwhelm intake teams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data-entry labor and incomplete-application rework, shorten cycle time, and reduce abandonment.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extract fields from attachments, validate completeness, and assemble the official form into the system of record.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IRS Pub 1075 (FTI), HIPAA, DPPA — and a guarantee the agent never fabricates a legally significant fact.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identifies a missing income statement; it never estimates or invents the income.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→ validate → assemble, with a human gate on the official form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the correct form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fields + attachments (IDP)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completeness + format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intake specialist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render official form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fabricated facts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Grounding flags any field not traceable to a source document before a human sees it.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Confidence-scored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Low-confidence extractions are routed to human review, not silently accepted.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Assembly into the system of record is a human-approved write, fully audited.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IDP (Bedrock Data Automation / Textract) · KB · Identity · Consent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intake (45 min → &lt;20s)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straight-through on suitable apps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rework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fewer incomplete submissions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backlog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seasonal spikes absorbed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Confidence threshold trades full automation for accuracy — uncertain fields go to a human.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Data Automation over bespoke OCR pipelines for governed, in-account processing.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on assembly accepted by design — the official form is a legal artifact.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form-rule RAG (which form, which fields)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Reuse-with-consent of data the government already holds (pre-fill)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system-of-record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automate the typing, not the judgment — the agent assembles evidence, a human owns the official record.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AWS Public Sector 2026 (Anne Arundel, Arizona Textract)  ·  industry data-entry error benchmarks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Forms &amp; Intelligent Document Processing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