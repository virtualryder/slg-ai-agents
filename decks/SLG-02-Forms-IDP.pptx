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Position IDP as the plumbing under everything else — benefits, permits, records all start with a document. If you fix intake once, every downstream agent gets cleaner inputs. Good second agent to show after 311.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45-minutes-to-20-seconds number is real and recent: Anne Arundel County, Maryland, on AWS, February 2026 — Bedrock, Textract and Transcribe with Bedrock Guardrails and a human in the loop. Named CIO (Jack Martin). It's vendor-published but government-named and quote-rich, so label it that way. The ~1% error figure is the peer-reviewed JAMIA study on manual transcription — your strongest 'humans make keying errors' citation. The 30%-of-web-traffic stat is from the same county and sets up the permitting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 lens: this is pure operational drag — weeks of latency created by retyping. CISO lens: the win is that PII is masked before storage or display, and the source document is preserved in WORM. Architect lens: note we handle handwriting and voicemail, not just clean PDFs — that's Textract plus Transcribe.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The gate here is subtle but important for a CISO: the AI extracts, but the official record of truth is human-confirmed before it enters the case system. So an extraction error can't silently become a benefits decision. Step 3 — validate and mask — is where governance lives: rules checks plus PII redaction happen before anything is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Same governed backbone as every agent — reuse the JWT and deny-by-default story. The one change is box 6: the agent calls Textract and Transcribe under Guardrails. For the architect: this is the reference IDP pattern AWS publishes (Textract + Comprehend + A2I), wrapped in our gateway and audit. For the CISO: source documents and extracted records both land in Object-Lock WORM storage — immutable for retention and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Anne Arundel is the spine — name the county, it lands harder than an anonymized stat. Be precise: the 45-min-to-20-sec figure is specifically voicemail summarization; the broader claim is that hour-long manual steps now need almost no effort. The ROI sentence is the one CIOs remember: you reclaim the first hour of every case, and the same pipeline serves all eight agents — build once, reuse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Forms &amp; Intelligent Document Processing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paper, PDFs and voicemail into structured, validated data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45 MINUTES TO 20 SECONDS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&amp; Intelligent Document Processing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IDP agent that ingests applications, letters, and voicemails, extracts and validates the fields, masks PII, and routes a clean record to staff — replacing manual keying that is slow and error-prone, with a human gate before anything is filed as official.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 → &lt;20s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vs. AI summarization, Anne Arundel County (AWS)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error rate even for double-key manual data entry (JAMIA)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one county's web traffic is a single document-heavy process: permitting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Applications languish for weeks because a human has to read and retype them.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agency that runs on intake forms — benefits, permits, licensing, records — where staff manually transcribe documents into case systems before work can even begin.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applications can wait weeks or months just to be entered.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keying introduces errors that cause rejected applications and rework.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arrive in every format — typed, handwritten, scanned, voicemail.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spend their first hour on a case transcribing, not deciding.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~1%+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error rate for manual entry — higher for single-key (JAMIA, 2019)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per case before staff can begin (Anne Arundel County)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Weeks–months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can languish unprocessed (AWS Public Sector)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Mays &amp; Mathias, JAMIA 2019 (peer-reviewed); AWS Public Sector Blog 2025–2026.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 → extract → validate → mask → human-confirm — clean data, not a clean-up project.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anything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images, handwriting and voicemail across channels.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 + Transcribe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&amp; summarize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fields and a structured summary; categorize and route.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mask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against rules; redact PII before anything is stored or shown.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masker + Comprehend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confirm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verify the extracted record before it is filed as official.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validated record and the source doc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is automated; the official record of truth is human-confirmed before it enters the case system.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Document-to-data pipeline with PII masking and human confirmation before filing.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Textract/Transcribe + Guardrails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of keying become seconds of review.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 → &lt;20s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summarization time, Anne Arundel County 'GIST' on AWS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226222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· NAMED GOV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Near-zero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effort on tasks that once took close to an hour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Bedrock + Textract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Transcribe + Guardrails + human-in-the-loop, in production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437437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the first hour of every case. Staff move from transcription to judgment, applications clear faster, and the ~1% manual-entry error tax — and the rework it causes downstream — largely disappears. The same pipeline feeds every other agent in this library.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