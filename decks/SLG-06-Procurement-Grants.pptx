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Frame this as drafting assistance with award authority untouched — but you now have a strong NAMED proof point (Oklahoma) that AI is already delivering hard procurement value at the state level, so you no longer have to be apologetic. Lead with the named state, then bring it back to the drafting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problem scale is well-sourced: Euna's analysis of 6,000+ public-sector RFPs puts the average cycle at 57 days, with ~90 hours of staff effort per RFP from 2024 NCPP data, and a GAO finding that lead time on contracts over $50M grew by about 70 days. Caveat for your own awareness: the 57-day figure is originally ~2019 vintage (the page was refreshed in 2026), so pair it with the fresher 90-hour number. GAO is federal/DOD, so present it as 'government-wide acquisition lead times are long and growing,' not an SLG-specific stat.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slow cycles and thin competition both cost money — fewer bids means worse prices. CISO/compliance: procurement integrity is the concern, so stress that the agent never scores or awards. Architect: drafting from prior awards plus a clause knowledge base is the pattern; keep that KB agency-owned.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is non-negotiable here for procurement integrity: humans evaluate and award; award is withheld in code. For a CISO, the value is that every draft version, edit and the final award rationale are captured immutably — that's your bid-protest defense file. The completeness check (step 2) is where you prevent the ambiguous-RFP problem that causes re-solicitation.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this agent, the audit story is the headline for compliance: WORM-logged versioning of every solicitation and award rationale. Reuse the JWT/least-privilege walk-through. Note that connectors reach the eProcurement system through the deny-by-default gateway, scoped to the user's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You now have a genuinely strong NAMED proof point — use it. Oklahoma's OMES (Celonis Process Copilot on the state's PeopleSoft data) flagged $6.8B in purchasing inefficiencies and, after a legislative report found $3B of purchases lacked oversight, reviewed ALL procurement for 100+ agencies in 60 days — versus up to 8 audits a year before, often on purchases 2-3 years old (GovTech, named official Janet Morrow, Feb 2025). One honesty caveat to keep in your pocket: Oklahoma is procurement OVERSIGHT / spend-analytics AI, not solicitation drafting — so present it as proof that AI returns hard dollars in state procurement, then bring it back to what THIS agent does (governed drafting). Pennsylvania's ChatGPT Enterprise pilot adds a second named state (~8 hrs/week per worker, Gov. Shapiro on the record, with procurement a named beneficiary). Dallas + Hazel AI is a named city doing solicitation drafting with AI but no hard metric yet — use as 'adoption is real, drafting outcomes still emerging.' And be straight that no named state/local GRANTS-AI deployment with a hard metric exists yet — keep grants framed as drafting/intake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Procurement &amp; Grants Drafting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Draft solicitations and grant materials faster — governed, with award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FROM 57-DAY RFP CYCLES TO FASTER, BETTER-WRITTEN AWARDS</a:t>
            </a:r>
            <a:endParaRPr lang="en-US" sz="32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Procurement &amp; Grants Drafting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drafts solicitations, checks them for completeness before they post, and assembles evaluation materials — compressing the writing burden — while award decisions stay with human evaluators and the audit trail stays intact.</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57 days</a:t>
            </a:r>
            <a:endParaRPr lang="en-US" sz="32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average public-sector RFP cycle, posting to award (Euna, 6,000+ RFPs)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~90 hrs</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staff effort per RFP project (Euna / NCPP, 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+70 days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growth in acquisition lead time on contracts over $50M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Procurement is slow to write, slow to award, and thin on competition.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procurement and grants offices that draft solicitations by hand, manage long evaluation cycles, and often receive only a handful of bids per RFP.</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Drafting a solicitation consumes dozens of staff hours.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Cycles stretch to two months from posting to award.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RFPs draw only a few bids, weakening competition.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evaluation is hard to keep consistent and auditable.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57 days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RFP cycle, posting to award (Euna analysis of 6,000+ RFPs)</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~90 hrs</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staff effort per RFP project (Euna / NCPP 2024 data)</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2–5 bids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typical response count for most public agencies (Euna)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Euna 2025 State of Public Procurement (NASPO/NCPP data); GAO-24-106528. See DECK-SOURCES.md.</a:t>
            </a:r>
            <a:endParaRPr lang="en-US" sz="8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Draft → completeness-check → assemble → human-award — faster writing, unchanged authority.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solicitation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Generate an RFP draft from requirements and prior awards.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Check before posting</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Flag gaps, ambiguities and missing clauses pre-publication.</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evaluation aids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Structure scoring sheets and summaries for evaluators.</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awards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Evaluators score and the authority makes the award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drafts, edits and the award rationale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drafts and organizes; humans evaluate and award. Award is withheld in code.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Drafting and evaluation support with award authority and audit trail kept fully human.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States are already getting hard, named value from procurement AI.</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$6.8B</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purchasing inefficiencies flagged by Oklahoma OMES procurement AI</a:t>
            </a:r>
            <a:endParaRPr lang="en-US" sz="1100" dirty="0"/>
          </a:p>
        </p:txBody>
      </p:sp>
      <p:sp>
        <p:nvSpPr>
          <p:cNvPr id="7" name="Text 5"/>
          <p:cNvSpPr/>
          <p:nvPr/>
        </p:nvSpPr>
        <p:spPr>
          <a:xfrm>
            <a:off x="102412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All spend, 60 days</a:t>
            </a:r>
            <a:endParaRPr lang="en-US" sz="2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Oklahoma reviewed all state procurement vs. ~8 audits/year before</a:t>
            </a:r>
            <a:endParaRPr lang="en-US" sz="1100" dirty="0"/>
          </a:p>
        </p:txBody>
      </p:sp>
      <p:sp>
        <p:nvSpPr>
          <p:cNvPr id="11" name="Text 9"/>
          <p:cNvSpPr/>
          <p:nvPr/>
        </p:nvSpPr>
        <p:spPr>
          <a:xfrm>
            <a:off x="462076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8 hrs / week</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saved per worker in Pennsylvania's AI pilot (procurement a named use case)</a:t>
            </a:r>
            <a:endParaRPr lang="en-US" sz="1100" dirty="0"/>
          </a:p>
        </p:txBody>
      </p:sp>
      <p:sp>
        <p:nvSpPr>
          <p:cNvPr id="15" name="Text 13"/>
          <p:cNvSpPr/>
          <p:nvPr/>
        </p:nvSpPr>
        <p:spPr>
          <a:xfrm>
            <a:off x="821740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Named states are turning AI on procurement into hard dollars: Oklahoma flagged $6.8B in inefficiencies and reviewed all state spend in 60 days. This agent applies the same governed pattern to the writing burden — faster, more complete solicitations and more competition — while evaluation and award stay human and every version is logged for protest defense.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2026-06-25T00:54:05Z</dcterms:created>
  <dcterms:modified xsi:type="dcterms:W3CDTF">2026-06-25T00:54:05Z</dcterms:modified>
</cp:coreProperties>
</file>