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~1.5 min. 'Procurement is where good policy goes to wait.' Months of document work; the agent compresses the drafting and evaluation, not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~2.5 min. Average public-sector RFP cycle ~57 days posting-to-award (Euna, 6,000+ RFPs); GAO documents DoD acquisition lead time rising ~70 days for large contracts. AI drafting cut RFP completion ~17% (vendor — flag it). Frame: cycle time is the lever; the award is sacred.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 min. Situation → need. Constraint: the agent applies a published, deterministic rubric and organizes evidence — it never selects the winner or changes criteria. Protest-defensibility is the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~3.5 min. Walk the steps. Award is the withheld action (in code, tested). Scoring is deterministic. The green gate is the analyst; the officer awards.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~4.5 min. Architecture; note the immutable evaluation record (append-only audit + WORM) for protest defensibility.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 min. Outcomes: faster drafting and cycle time, clause consistency, more grants captured. Honest: AI-drafting figures are vendor-sourced; validate per agency. Close: same governance, plus the bias-testing harness for evaluations.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C0"/>
                </a:solidFill>
              </a:rPr>
              <a:t>SLG AI AGENT SUITE  ·  BUILT ON AWS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Procurement, Contracting &amp; Grants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 governed agent that finds vehicles and funding, drafts solicitation sections, and organizes bid evidence against published criteria — while the award decision stays with a procurement officer.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David Ryder   ·   AI Strategy &amp; Architecture Leader   ·   github.com/virtualryder/slg-ai-agents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57 DAYS TO WEEKS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Procurement, Contracting &amp; Grants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</a:rPr>
              <a:t>Public procurement is document-intensive and slow. AI drafts solicitations and organizes evaluations against published criteria — while the officer owns the award.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days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058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average public-sector RFP cycle, posting to award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Euna/Bonfire (6,000+ RFPs)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+~70 days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634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rise in DoD acquisition lead time (PALT) for contracts &gt;$50M, FY19–22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GAO-24-106528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→ 25 hrs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210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RFP completion time with AI drafting (−17%, 2025)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Inventive.ai (vendor)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</a:rPr>
              <a:t>David Ryder   ·   AI Strategy &amp; Architecture Leader   ·   github.com/virtualryder/slg-ai-agents   · 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CUSTOMER &amp;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Document-intensive, slow, inconsistent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611880"/>
          </a:xfrm>
          <a:prstGeom prst="roundRect">
            <a:avLst>
              <a:gd name="adj" fmla="val 151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THE SITUATION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Requirements, solicitations, vendor Q&amp;A, evaluations, amendments — all document-heavy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Acquisition and grant timelines stretch for months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Required clauses are inconsistently applied across solicitations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Grant opportunities lapse for lack of capacity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WHAT THEY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Business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shorten solicitation and grant cycles, raise submission completeness, and improve clause consistency.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Technical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find vehicles/funding, draft RFP sections, and score bids on a deterministic published rubric.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Regulatory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procurement law, required clauses, and an immutable evaluation record — the agent never selects the winner.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design constraint that shaped everything:  </a:t>
            </a:r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The agent organizes evidence and applies a published rubric; it never selects a winning bidder or alters criteria.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C0"/>
                </a:solidFill>
              </a:rPr>
              <a:t>THE SOLUTION — GOVERNED WORKFLOW, HUMAN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→ draft → score on a published rubric; award held for the officer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classify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need + funding source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174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462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1" name="Text 9"/>
          <p:cNvSpPr/>
          <p:nvPr/>
        </p:nvSpPr>
        <p:spPr>
          <a:xfrm>
            <a:off x="267462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633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vehicles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633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contracts · grants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0799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/ compare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0799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RFP sections · scored matrix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506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794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1" name="Text 19"/>
          <p:cNvSpPr/>
          <p:nvPr/>
        </p:nvSpPr>
        <p:spPr>
          <a:xfrm>
            <a:off x="63779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965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5965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required clauses · grounding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2F8F5B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1131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1131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procurement analyst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983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812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812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629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 &amp; audit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629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immutable evaluation record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EVIDENCE ASSEMBLY — automated (Bedrock Claude + governed MCP tool calls)   ·   then a framework-enforced human gate (interrupt_before)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6868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Award withheld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868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procurement.award is absent from the agent in code; the officer owns the award. Verified by test.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4340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scoring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Bids are scored on a published rubric; the agent organizes evidence, it does not pick winners.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4672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7532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record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Evaluations, source material and human decisions persist to an immutable store.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AWS ARCHITECTURE &amp; TRAFFIC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Procurement, Contracting &amp; Grants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BF3D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07899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6B12"/>
                </a:solidFill>
              </a:rPr>
              <a:t>DEPLOYMENT MODEL:  </a:t>
            </a:r>
            <a:pPr indent="0" marL="0">
              <a:buNone/>
            </a:pPr>
            <a:r>
              <a:rPr lang="en-US" sz="950" dirty="0">
                <a:solidFill>
                  <a:srgbClr val="5B4708"/>
                </a:solidFill>
              </a:rPr>
              <a:t>STANDALONE-DEPLOYABLE — this agent ships its OWN VPC · Flow Logs · Bedrock VPC endpoint · KMS · Bedrock Guardrail · append-only audit + S3 Object Lock (WORM) · deny-by-default gateway · human gate. No WoG dependency; the Whole-of-Government platform is optional and additive.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/ FRONT-END SECURITY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0" y="1627632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Amazon CloudFront (TLS 1.2+) + AWS WAF (managed rules — OWASP, known-bad-inputs, IP reputation, rate-limit) + Shield → API Gateway/ALB · Cognito (SAML→JWT, MFA at agency IdP) · PrivateLink to ERP / e-procurement · grants systems · IDP · KB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176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RUNTIME (private subnet)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06240" y="2157984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AWS Step Functions + Lambda (LangGraph agent) — waitForTaskToken human gate · or AgentCore Runtime (ARM64) · MCP authorization gateway (every tool call) · queue-driven autoscaling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33472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7066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 (VPC endpoint)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2688336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Amazon Bedrock — Claude Sonnet (draft) + Haiku (triage)  ·  Bedrock Guardrails — PII &amp; content filters (mandatory)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2369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 (KMS CMK per data class)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06240" y="32186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DynamoDB — case state + append-only audit  ·  S3 Object Lock (WORM) — finalized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67328"/>
            <a:ext cx="10881360" cy="420624"/>
          </a:xfrm>
          <a:prstGeom prst="roundRect">
            <a:avLst>
              <a:gd name="adj" fmla="val 10870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767328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SECURITY &amp; OPS:  </a:t>
            </a:r>
            <a:pPr indent="0" marL="0">
              <a:buNone/>
            </a:pPr>
            <a:r>
              <a:rPr lang="en-US" sz="1000" dirty="0">
                <a:solidFill>
                  <a:srgbClr val="1B2440"/>
                </a:solidFill>
              </a:rPr>
              <a:t>KMS (CMK per data class) · IAM least-privilege roles · CloudWatch · CloudTrail · X-Ray · GuardDuty · Security Hub + Config · data-class isolation (CJI/FTI/PHI/EDU/public)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315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C0"/>
                </a:solidFill>
              </a:rPr>
              <a:t>TRAFFIC 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440"/>
                </a:solidFill>
              </a:rPr>
              <a:t>1  Resident/staff sign in at the agency IdP (SAML/OIDC, MFA). Amazon Cognito brokers the assertion and issues a short-lived JWT — no credentials are stored in AWS.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440"/>
                </a:solidFill>
              </a:rPr>
              <a:t>2  CloudFront + AWS WAF inspect, filter and rate-limit the request; API Gateway's Cognito JWT authorizer validates the token before any request reaches the app.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440"/>
                </a:solidFill>
              </a:rPr>
              <a:t>3  The MCP gateway re-validates the JWT and its custom:slg_role claim and authorizes each tool call — agent grant ∩ user entitlement (deny-by-default).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440"/>
                </a:solidFill>
              </a:rPr>
              <a:t>4  For each authorized call the gateway mints a short-lived, tool-scoped token (AgentCore Identity / STS) — no standing service accounts; the JWT subject stays attributable.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440"/>
                </a:solidFill>
              </a:rPr>
              <a:t>5  Model calls stay inside AWS via a Bedrock VPC endpoint; Guardrails filter PII/content on every call. Grounding, accessibility and PII checks run before a human sees output.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440"/>
                </a:solidFill>
              </a:rPr>
              <a:t>6  Workflow pauses at the human-review gate (Step Functions waitForTaskToken) — a named official, identified by the same JWT, approves.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440"/>
                </a:solidFill>
              </a:rPr>
              <a:t>7  On approval the action commits; case state, append-only audit and finalized records persist (S3 Object Lock WORM).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440"/>
                </a:solidFill>
              </a:rPr>
              <a:t>8  Every step — node, timestamp, JWT subject/actor, data sources, model version — lands in one examiner-ready audit trail.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TRADEOFFS, RESULTS &amp; 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 — and what it honestly 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MEASURED OUTCOMES (illustrative for a reference agency; sources cited)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RFP drafting time (AI, 2025)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3872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38728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solicitation cycle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08776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08776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clause consistency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78824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878824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grant submissions completed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DELIBERATE TRADEOFFS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Award withheld — the legally consequential decision stays with the officer.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Deterministic published rubric over model-judged scoring (defensible, bias-tested).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Immutable evaluation record accepted as a storage cost for protest defensibility.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WHAT'S NEXT (V2)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Bedrock Knowledge Bases over prior approved contracts and clause libraries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Vendor past-performance synthesis with source citations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Live ERP/e-procurement + grants connectors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The takeaway:  </a:t>
            </a:r>
            <a:pPr indent="0" marL="0">
              <a:buNone/>
            </a:pPr>
            <a:r>
              <a:rPr lang="en-US" sz="1250" i="1" dirty="0">
                <a:solidFill>
                  <a:srgbClr val="1B2440"/>
                </a:solidFill>
              </a:rPr>
              <a:t>shorten the paperwork, protect the decision — the agent drafts and organizes; the officer awards.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88"/>
                </a:solidFill>
              </a:rPr>
              <a:t>Sources: Euna/Bonfire public-procurement cycle data  ·  GAO-24-106528 (DoD PALT)  ·  Inventive.ai 2025 (vendor)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Procurement, Contracting &amp; Grants</dc:title>
  <dc:subject>PptxGenJS Presentation</dc:subject>
  <dc:creator>David Ryder</dc:creator>
  <cp:lastModifiedBy>David Ryder</cp:lastModifiedBy>
  <cp:revision>1</cp:revision>
  <dcterms:created xsi:type="dcterms:W3CDTF">2026-06-23T20:56:18Z</dcterms:created>
  <dcterms:modified xsi:type="dcterms:W3CDTF">2026-06-23T20:56:18Z</dcterms:modified>
</cp:coreProperties>
</file>