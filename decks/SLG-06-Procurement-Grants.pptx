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'Procurement is where good policy goes to wait.' Months of document work; the agent compresses the drafting and evaluation, not the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Average public-sector RFP cycle ~57 days posting-to-award (Euna, 6,000+ RFPs); GAO documents DoD acquisition lead time rising ~70 days for large contracts. AI drafting cut RFP completion ~17% (vendor — flag it). Frame: cycle time is the lever; the award is sacred.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Situation → need. Constraint: the agent applies a published, deterministic rubric and organizes evidence — it never selects the winner or changes criteria. Protest-defensibility is the theme.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~3.5 min. Walk the steps. Award is the withheld action (in code, tested). Scoring is deterministic. The green gate is the analyst; the officer awards.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~4.5 min. Architecture; note the immutable evaluation record (append-only audit + WORM) for protest defensibility.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Outcomes: faster drafting and cycle time, clause consistency, more grants captured. Honest: AI-drafting figures are vendor-sourced; validate per agency. Close: same governance, plus the bias-testing harness for evaluations.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Procurement, Contracting &amp; Grants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finds vehicles and funding, drafts solicitation sections, and organizes bid evidence against published criteria — while the award decision stays with a procurement officer.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57 DAYS TO WEEKS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Procurement, Contracting &amp; Grants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Public procurement is document-intensive and slow. AI drafts solicitations and organizes evaluations against published criteria — while the officer owns the award.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 days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average public-sector RFP cycle, posting to award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Euna/Bonfire (6,000+ RFPs)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+~70 days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rise in DoD acquisition lead time (PALT) for contracts &gt;$50M, FY19–22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GAO-24-106528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→ 25 hrs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RFP completion time with AI drafting (−17%, 2025)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Inventive.ai (vendor)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Document-intensive, slow, inconsistent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Requirements, solicitations, vendor Q&amp;A, evaluations, amendments — all document-heavy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Acquisition and grant timelines stretch for months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Required clauses are inconsistently applied across solicitations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Grant opportunities lapse for lack of capacity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shorten solicitation and grant cycles, raise submission completeness, and improve clause consistency.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find vehicles/funding, draft RFP sections, and score bids on a deterministic published rubric.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procurement law, required clauses, and an immutable evaluation record — the agent never selects the winner.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agent organizes evidence and applies a published rubric; it never selects a winning bidder or alters criteria.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→ draft → score on a published rubric; award held for the officer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need + funding source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vehicles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contracts · grants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/ compare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RFP sections · scored matrix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required clauses · grounding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procurement analyst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Finalize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immutable evaluation record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Award withheld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procurement.award is absent from the agent in code; the officer owns the award. Verified by test.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scoring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Bids are scored on a published rubric; the agent organizes evidence, it does not pick winners.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record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Evaluations, source material and human decisions persist to an immutable store.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Procurement, Contracting &amp; Grants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— documented results from named deployments &amp; published benchmarks (vendor-reported where noted)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−50%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internal procurement review cycle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50–70%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solicitation drafting time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−17%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RFP completion time (2025)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 days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avg public-sector cycle today (context)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Award withheld — the legally consequential decision stays with the officer.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Deterministic published rubric over model-judged scoring (defensible, bias-tested).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Immutable evaluation record accepted as a storage cost for protest defensibility.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over prior approved contracts and clause libraries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Vendor past-performance synthesis with source citations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ERP/e-procurement + grants connectors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shorten the paperwork, protect the decision — the agent drafts and organizes; the officer awards.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Inventive.ai 2025 — vendor-reported (−50% review, 50–70% drafting, −17%)  ·  Euna/Bonfire (57-day cycle)  ·  GAO-24-106528 (DoD PALT)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Procurement, Contracting &amp; Grants</dc:title>
  <dc:subject>PptxGenJS Presentation</dc:subject>
  <dc:creator>David Ryder</dc:creator>
  <cp:lastModifiedBy>David Ryder</cp:lastModifiedBy>
  <cp:revision>1</cp:revision>
  <dcterms:created xsi:type="dcterms:W3CDTF">2026-06-23T21:28:11Z</dcterms:created>
  <dcterms:modified xsi:type="dcterms:W3CDTF">2026-06-23T21:28:11Z</dcterms:modified>
</cp:coreProperties>
</file>