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
SHOW: title and your name.
SAY: 'Procurement is where good policy goes to wait — months of document work. The agent compresses the drafting and the evaluation, never the decision.'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
SHOW: the 57 DAYS → WEEKS headline and three stat cards.
SAY: 'Average public-sector RFP cycle is about 57 days posting-to-award. GAO documents DoD lead time rising about 70 days for large contracts. AI drafting cut RFP completion about 17% — vendor-reported. Cycle time is the lever; the award is sacred.'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
SHOW: situation, need, constraint bar.
SAY: 'The constraint: the agent applies a published, deterministic rubric and organizes evidence — it never selects the winner or changes criteria. Protest-defensibility is the theme.'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
SHOW: the pipeline; green gate is the analyst; trust cards (award withheld).
SAY: 'Walk find → draft → compare on a published rubric → compliance → gate. Award is the withheld action, in code and tested.'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
SHOW: the architecture diagram; immutable evaluation record.
SAY: 'Note the immutable evaluation record — append-only audit plus WORM — for protest defensibility.'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
SHOW: outcomes band, cards, takeaway.
SAY: 'Vendor-reported: roughly −50% internal review cycle, 50 to 70% drafting time, −17% RFP completion. The 57-day average is the baseline today.'
TRADEOFF TALK TRACK: (1) award withheld — no auto-pick, so a protest-defensible human decision; (2) a deterministic published rubric over model scoring — defined up front, but bias-testable and consistent; (3) an immutable evaluation record costs storage but every score survives a protest. CLOSE: 'Shorten the paperwork, protect the decision — the agent drafts and organizes; the officer awards.'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finds vehicles and funding, drafts solicitation sections, and organizes bid evidence against published criteria — while the award decision stays with a procurement officer.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57 DAYS TO WEEKS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Public procurement is document-intensive and slow. AI drafts solicitations and organizes evaluations against published criteria — while the officer owns the award.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 days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average public-sector RFP cycle, posting to award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Euna/Bonfire (6,000+ RFPs)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+~70 days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rise in DoD acquisition lead time (PALT) for contracts &gt;$50M, FY19–22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GAO-24-106528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→ 25 hrs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RFP completion time with AI drafting (−17%, 2025)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Inventive.ai (vendor)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Document-intensive, slow, inconsistent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Requirements, solicitations, vendor Q&amp;A, evaluations, amendments — all document-heavy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Acquisition and grant timelines stretch for months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Required clauses are inconsistently applied across solicitations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Grant opportunities lapse for lack of capacity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shorten solicitation and grant cycles, raise submission completeness, and improve clause consistency.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find vehicles/funding, draft RFP sections, and score bids on a deterministic published rubric.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procurement law, required clauses, and an immutable evaluation record — the agent never selects the winner.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organizes evidence and applies a published rubric; it never selects a winning bidder or alters criteria.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→ draft → score on a published rubric; award held for the officer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need + funding source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vehicles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contracts · grants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/ compare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RFP sections · scored matrix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required clauses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procurement analyst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Finalize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immutable evaluation record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Award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procurement.award is absent from the agent in code; the officer owns the award.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scoring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Bids are scored on a published rubric; the agent organizes evidence, it does not pick winners.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record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Evaluations, source material and human decisions persist to an immutable store.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Procurement, Contracting &amp; Grants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−50%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internal procurement review cycle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50–70%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solicitation drafting time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−17%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RFP completion time (2025)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 days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avg public-sector cycle today (context)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Award withheld from the agent over automated selection — the procurement officer owns the award. Cost: no auto-pick; payoff: a protest-defensible, human-owned decision.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Deterministic published rubric over model-judged scoring. Cost: the rubric must be defined up front; payoff: bias-testable, consistent, auditable evaluations.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Immutable evaluation record over lean storage. Cost: more retained artifacts; payoff: every score and source survives a bid protest.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over prior approved contracts and clause libraries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Vendor past-performance synthesis with source citations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ERP/e-procurement + grants connectors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shorten the paperwork, protect the decision — the agent drafts and organizes; the officer awards.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Inventive.ai 2025 — vendor-reported (−50% review, 50–70% drafting, −17%)  ·  Euna/Bonfire (57-day cycle)  ·  GAO-24-106528 (DoD PALT)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Procurement, Contracting &amp; Grants</dc:title>
  <dc:subject>PptxGenJS Presentation</dc:subject>
  <dc:creator>David Ryder</dc:creator>
  <cp:lastModifiedBy>David Ryder</cp:lastModifiedBy>
  <cp:revision>1</cp:revision>
  <dcterms:created xsi:type="dcterms:W3CDTF">2026-06-23T22:01:38Z</dcterms:created>
  <dcterms:modified xsi:type="dcterms:W3CDTF">2026-06-23T22:01:38Z</dcterms:modified>
</cp:coreProperties>
</file>