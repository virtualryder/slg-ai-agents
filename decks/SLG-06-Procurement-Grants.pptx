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Be the most honest on this one — it's the agent with the weakest outcome evidence, and saying so out loud builds credibility for the rest. Frame it as drafting assistance with award authority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problem scale is well-sourced: Euna's analysis of 6,000+ public-sector RFPs puts the average cycle at 57 days, with ~90 hours of staff effort per RFP from 2024 NCPP data, and a GAO finding that lead time on contracts over $50M grew by about 70 days. Caveat for your own awareness: the 57-day figure is originally ~2019 vintage (the page was refreshed in 2026), so pair it with the fresher 90-hour number. GAO is federal/DOD, so present it as 'government-wide acquisition lead times are long and growing,' not an SLG-specific stat.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slow cycles and thin competition both cost money — fewer bids means worse prices. CISO/compliance: procurement integrity is the concern, so stress that the agent never scores or awards. Architect: drafting from prior awards plus a clause knowledge base is the pattern; keep that KB agency-owned.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is non-negotiable here for procurement integrity: humans evaluate and award; award is withheld in code. For a CISO, the value is that every draft version, edit and the final award rationale are captured immutably — that's your bid-protest defense file. The completeness check (step 2) is where you prevent the ambiguous-RFP problem that causes re-solicitation.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this agent, the audit story is the headline for compliance: WORM-logged versioning of every solicitation and award rationale. Reuse the JWT/least-privilege walk-through. Note that connectors reach the eProcurement system through the deny-by-default gateway, scoped to the user's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Say it straight: I could not verify a named government deployment with a hard procurement-AI metric, so I'm not dressing one up. The ~70% drafting-time reduction is a real vendor claim but from an unnamed state DOT — labeled on the slide as vendor/unnamed. The honest, defensible pitch is: the writing burden is where AI safely helps; everything consequential stays human and audited. That candor is itself a selling point to a skeptical CISO.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Procurement &amp; Grants Drafting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Draft solicitations and grant materials faster — governed, with award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FROM 57-DAY RFP CYCLES TO FASTER, BETTER-WRITTEN AWARDS</a:t>
            </a:r>
            <a:endParaRPr lang="en-US" sz="32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Procurement &amp; Grants Drafting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drafts solicitations, checks them for completeness before they post, and assembles evaluation materials — compressing the writing burden — while award decisions stay with human evaluators and the audit trail stays intact.</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57 days</a:t>
            </a:r>
            <a:endParaRPr lang="en-US" sz="32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average public-sector RFP cycle, posting to award (Euna, 6,000+ RFPs)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~90 hrs</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staff effort per RFP project (Euna / NCPP, 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+70 days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growth in acquisition lead time on contracts over $50M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Procurement is slow to write, slow to award, and thin on competition.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procurement and grants offices that draft solicitations by hand, manage long evaluation cycles, and often receive only a handful of bids per RFP.</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Drafting a solicitation consumes dozens of staff hours.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Cycles stretch to two months from posting to award.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RFPs draw only a few bids, weakening competition.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evaluation is hard to keep consistent and auditable.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57 days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RFP cycle, posting to award (Euna analysis of 6,000+ RFPs)</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~90 hrs</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staff effort per RFP project (Euna / NCPP 2024 data)</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2–5 bids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typical response count for most public agencies (Euna)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Euna 2025 State of Public Procurement (NASPO/NCPP data); GAO-24-106528. See DECK-SOURCES.md.</a:t>
            </a:r>
            <a:endParaRPr lang="en-US" sz="8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Draft → completeness-check → assemble → human-award — faster writing, unchanged authority.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solicitation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Generate an RFP draft from requirements and prior awards.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Check before posting</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Flag gaps, ambiguities and missing clauses pre-publication.</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evaluation aids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Structure scoring sheets and summaries for evaluators.</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awards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Evaluators score and the authority makes the award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drafts, edits and the award rationale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drafts and organizes; humans evaluate and award. Award is withheld in code.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Drafting and evaluation support with award authority and audit trail kept fully human.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Less time writing, more time competing and awarding well.</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~70% less</a:t>
            </a:r>
            <a:endParaRPr lang="en-US" sz="28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RFP-drafting time using an AI assistant trained on prior solicitations</a:t>
            </a:r>
            <a:endParaRPr lang="en-US" sz="1100" dirty="0"/>
          </a:p>
        </p:txBody>
      </p:sp>
      <p:sp>
        <p:nvSpPr>
          <p:cNvPr id="7" name="Text 5"/>
          <p:cNvSpPr/>
          <p:nvPr/>
        </p:nvSpPr>
        <p:spPr>
          <a:xfrm>
            <a:off x="1024128" y="3118104"/>
            <a:ext cx="1962302"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 · UNNAMED AGENCY</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57 → faster</a:t>
            </a:r>
            <a:endParaRPr lang="en-US" sz="28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compress the writing share of the posting-to-award cycle</a:t>
            </a:r>
            <a:endParaRPr lang="en-US" sz="1100" dirty="0"/>
          </a:p>
        </p:txBody>
      </p:sp>
      <p:sp>
        <p:nvSpPr>
          <p:cNvPr id="11" name="Text 9"/>
          <p:cNvSpPr/>
          <p:nvPr/>
        </p:nvSpPr>
        <p:spPr>
          <a:xfrm>
            <a:off x="462076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DIRECTIONAL</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Audit-by-design</a:t>
            </a:r>
            <a:endParaRPr lang="en-US" sz="24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every draft, edit and award rationale captured immutably</a:t>
            </a:r>
            <a:endParaRPr lang="en-US" sz="1100" dirty="0"/>
          </a:p>
        </p:txBody>
      </p:sp>
      <p:sp>
        <p:nvSpPr>
          <p:cNvPr id="15" name="Text 13"/>
          <p:cNvSpPr/>
          <p:nvPr/>
        </p:nvSpPr>
        <p:spPr>
          <a:xfrm>
            <a:off x="8217408" y="3118104"/>
            <a:ext cx="1137514"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ARCHITECTURE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The writing burden — dozens of hours per solicitation — is where AI safely helps. Faster, more complete drafts mean more solicitations out the door and stronger competition, while evaluation and award stay human and every version is logged for protest defense.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2026-06-24T19:12:59Z</dcterms:created>
  <dcterms:modified xsi:type="dcterms:W3CDTF">2026-06-24T19:12:59Z</dcterms:modified>
</cp:coreProperties>
</file>