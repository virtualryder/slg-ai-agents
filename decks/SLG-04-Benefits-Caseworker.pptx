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the most mission-sensitive agent — frame it around keeping eligible people covered, not 'processing faster.' That framing matters to program directors and to a CISO worried about fairness and due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Two government-grade numbers anchor this: SNAP's FY2024 error rate of 10.93% (USDA, June 2025) — your cleanest cite, with real federal consequences since 44 states had to file corrective plans — and KFF's finding that 69% of Medicaid unwinding disenrollments were procedural. Cite the KFF data as of September 2024 so it isn't mistaken for current enrollment. The Nevada 'hours to ~5 minutes' is real but say 'minutes instead of hours' — the baseline is reported loosely and I deliberately avoided the unverified '40,000' backlog figure; use 'over 10,000.' UNLV is an independent critic here, not a pilot partner — don't call it a UNLV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reframe is the whole pitch: most losses are paperwork, not eligibility. For a CIO that's a satisfaction and equity story; for a CISO it's due process. Stress that the copilot is read-only at prescreen — it cannot deny or approve anyone. The error-rate number is the one that gets a finance director's attention because of the federal penalty exposure.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Adjudication is the bright line — say it plainly: the agent prescreens and drafts, a caseworker decides, and that decision is withheld in code. For the CISO, add that the model is fairness-tested in our governance suite and every input and citation is logged, so an adverse decision is explainable and contestable. This is how you deploy AI in a due-process context without creating legal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Same governed backbone; for this agent emphasize three things to the CISO: PII masking before inference (these are sensitive HHS records), fairness evaluation in the pipeline, and immutable WORM audit for appeals. Reuse the JWT/least-privilege flow. Note CJIS/IRS-1075 alignment matters here because benefits data crosses those boundaries.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Nevada DETR is your named-government anchor — minutes instead of hours, backlog triaged. Georgia's 'George' adds volume credibility (993,141 sessions, 97% routing) but it's state/vendor self-reported and from 2023, so label it and lead with Nevada. Land the ROI reframe: the highest-return move is helping eligible people finish paperwork, not tightening review — and a human still owns every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Benefits &amp; HHS Caseworker Copilot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procedural churn and speed eligibility — governed, with adjudication kept human,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TO MINUTES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&amp; HHS Caseworker Copilot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caseworker copilot that prescreens eligibility, drafts notices, explains requirements to applicants, and surfaces the documents a case is missing — so fewer people lose coverage over paperwork. Every adjudication stays a human decision.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10.93%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FY2024 national payment error rate (USDA FNS)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69%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Medicaid 'unwinding' disenrollments were procedural (KFF)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→ ~5 min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unemployment-appeal ruling drafting, Nevada DETR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People lose benefits they qualify for — over paperwork, not eligibility.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county benefits and HHS agencies running Medicaid, SNAP and unemployment, where caseworkers carry high loads and applicants navigate confusing requirements.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coverage losses are procedural — missed forms, not actual ineligibility.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error rates carry federal corrective-action consequences.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centers back up; applicants give up before reaching a human.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Caseworkers spend time chasing documents instead of adjudicating.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10.93%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FY2024 payment error rate; 44 states required to file corrective plans (USDA)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69%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unwinding disenrollments procedural, not eligibility (KFF, Sept 2024)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&gt;10,000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 appeals backlogged in one state before AI triage (Nevada)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USDA FNS Jun 2025 (gov); KFF Sept 2024; Nevada DETR via tech press.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Prescreen → explain → draft → human-adjudicate — keep eligible people covered.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Prescreen eligibility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check of likely eligibility and missing documents.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to the applicant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Plain-language, cited guidance on what's needed and why.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work product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notice or recommendation for the caseworker to review.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adjudicates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caseworker makes every eligibility and benefit decision.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inputs, citations and the human decision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Prescreen and draft are automated; adjudication is withheld in code until a caseworker decides.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Eligibility copilot with adjudication held at the human gate and a fairness-tested model.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Faster help for applicants; judgment reserved for humans.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→ ~5 min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draft an unemployment-appeal ruling, Nevada DETR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GOV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&gt;10,000 → cleared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appeals backlog targeted by AI triage, Nevada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GOV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993,141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handled by Georgia DOL's 'George' assistant, 97% routed accurately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81234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VENDOR/STATE-REPORTED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most coverage losses are procedural, the highest-ROI move isn't stricter review — it's helping eligible people complete their paperwork. Faster prescreening and drafting clear backlogs and reduce error-driven federal penalties, while a human still owns every benefit decision.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