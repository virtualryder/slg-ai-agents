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The most sensitive agent — lead with the human stakes. 'A wrong action here removes food, healthcare, or income. So this agent is deliberately the most constrained.'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The killer stat: nearly 7 in 10 Medicaid unwinding disenrollments were procedural — paperwork, not ineligibility (KFF, 2024). SNAP's 10.93% error rate (USDA, 2025) is largely documentation. Benefits call centers saw 25-minute waits and 29% abandonment (CMS via PBS). The lever is capacity and clean evidence, not automated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Hammer the constraint: the deterministic eligibility engine runs OUTSIDE the LLM; the agent prescreens (nonbinding), organizes evidence, drafts notices — it never adjudicates. This is what a Medicaid CISO and program counsel need to hear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Walk the steps. Two withheld/labeled controls: prescreen is explicitly nonbinding; adjudicate is absent from the agent in code (a passing test). The evidence package is built to support an appeal.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 Architecture with strict PHI/FTI isolation; note BAA-eligible Bedrock and the deterministic engine as a separate component.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Outcomes framed honestly: NC's assistant handled 2,700 inquiries in month one (AWS, 2025); capacity and reduced procedural churn are the levers. Close: this agent is the benefits step in the job_loss and disaster life-event sagas, with consent and rollback.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/ HHS Caseworker Assist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prescreens, assembles evidence, flags missing documents and drafts notices — while a deterministic eligibility engine and a human supervisor own the determination.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PAPERWORK DENIALS TO KEPT COVERAGE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/ HHS Caseworker Assist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When most coverage losses are procedural — not ineligibility — caseworker capacity and clean evidence are the levers. The agent organizes the case; it never adjudicates.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Medicaid 'unwinding' disenrollments were procedural (paperwork), not ineligibility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KFF, 2024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10.93%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SNAP payment error rate (FY2024) — mostly documentation, not fraud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USDA FNS, Jun 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min / 29%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avg benefits call-center wait / call-abandonment during unwinding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CMS via PBS, 2023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 rules, repeated evidence, and churn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Medicaid, SNAP, TANF, UI, childcare — dense eligibility logic and documentation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Caseworkers move across many systems while residents re-supply the same documents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Most coverage losses are procedural (paperwork), not confirmed ineligibility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High call-center wait and abandonment during peak periods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increase caseworker capacity, reduce procedural denials and churn, and speed renewals.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prescreen (nonbinding), extract documents, identify missing evidence, and draft notices.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HIPAA / MARS-E→ARC-AMPE, IRS Pub 1075, SSA exchange — the eligibility engine stays deterministic and outside the LLM.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deterministic eligibility engine runs outside the LLM; the agent never adjudicates, denies, or terminates a benefit.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Prescreen → assemble evidence → draft notices; adjudication stays deterministic + human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program + intent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Prescreen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nonbinding program match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+ gaps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extract docs · flag missing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grounding · PII · identity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caseworker / supervisor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notice · evidence pack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Adjudication withheld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eligibility.adjudicate is absent from the agent in code; a deterministic engine + human supervisor decide. Verified by test.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Nonbinding prescreen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Prescreen is explicitly nonbinding and labeled; it never replaces the official determination.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Appeal-ready evidence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An auditable evidence package supports the human decision and any appeal.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/ HHS Caseworker Assist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1078992"/>
            <a:ext cx="10881360" cy="384048"/>
          </a:xfrm>
          <a:prstGeom prst="roundRect">
            <a:avLst>
              <a:gd name="adj" fmla="val 11905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07899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50" dirty="0">
                <a:solidFill>
                  <a:srgbClr val="5B4708"/>
                </a:solidFill>
              </a:rPr>
              <a:t>STANDALONE-DEPLOYABLE — this agent ships its OWN VPC · Flow Logs · Bedrock VPC endpoint · KMS · Bedrock Guardrail · append-only audit + S3 Object Lock (WORM) · deny-by-default gateway · human gate. No WoG dependency; the Whole-of-Government platform is optional and additive.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40080" y="1572768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6459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/ FRONT-END SECURITY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1627632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CloudFront (TLS 1.2+) + AWS WAF (managed rules — OWASP, known-bad-inputs, IP reputation, rate-limit) + Shield → API Gateway/ALB · Cognito (SAML→JWT, MFA at agency IdP) · PrivateLink to Integrated eligibility system · IDP · Identity · KB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1762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RUNTIME (private subnet)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206240" y="2157984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AWS Step Functions + Lambda (LangGraph agent) — waitForTaskToken human gate · or AgentCore Runtime (ARM64) · MCP authorization gateway (every tool call) · queue-driven autoscaling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33472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27066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LAYER (VPC endpoint)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206240" y="2688336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Bedrock — Claude Sonnet (draft) + Haiku (triage)  ·  Bedrock Guardrails — PII &amp; content filters (mandatory)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163824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23697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TIER (KMS CMK per data class)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206240" y="32186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DynamoDB — case state + append-only audit  ·  S3 Object Lock (WORM) — finalized records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767328"/>
            <a:ext cx="10881360" cy="420624"/>
          </a:xfrm>
          <a:prstGeom prst="roundRect">
            <a:avLst>
              <a:gd name="adj" fmla="val 10870"/>
            </a:avLst>
          </a:prstGeom>
          <a:solidFill>
            <a:srgbClr val="EEF2F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767328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1000" dirty="0">
                <a:solidFill>
                  <a:srgbClr val="1B2440"/>
                </a:solidFill>
              </a:rPr>
              <a:t>KMS (CMK per data class) · IAM least-privilege roles · CloudWatch · CloudTrail · X-Ray · GuardDuty · Security Hub + Config · data-class isolation (CJI/FTI/PHI/EDU/public)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3159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C0"/>
                </a:solidFill>
              </a:rPr>
              <a:t>TRAFFIC FLOW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617720"/>
            <a:ext cx="10881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1  Resident/staff sign in at the agency IdP (SAML/OIDC, MFA). Amazon Cognito brokers the assertion and issues a short-lived JWT — no credentials are stored in AWS.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2  CloudFront + AWS WAF inspect, filter and rate-limit the request; API Gateway's Cognito JWT authorizer validates the token before any request reaches the app.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3  The MCP gateway re-validates the JWT and its custom:slg_role claim and authorizes each tool call — agent grant ∩ user entitlement (deny-by-default).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4  For each authorized call the gateway mints a short-lived, tool-scoped token (AgentCore Identity / STS) — no standing service accounts; the JWT subject stays attributable.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5  Model calls stay inside AWS via a Bedrock VPC endpoint; Guardrails filter PII/content on every call. Grounding, accessibility and PII checks run before a human sees output.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6  Workflow pauses at the human-review gate (Step Functions waitForTaskToken) — a named official, identified by the same JWT, approves.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7  On approval the action commits; case state, append-only audit and finalized records persist (S3 Object Lock WORM).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8  Every step — node, timestamp, JWT subject/actor, data sources, model version — lands in one examiner-ready audit trail.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(illustrative for a reference agency; sources cited)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↑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caseworker capacity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2,700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inquiries handled month one (NC DES)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procedural denials &amp; churn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renewals &amp; outreach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Adjudication deliberately withheld — the regulated decision stays deterministic + human.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Deterministic eligibility engine outside the LLM (auditable, validatable under model-risk review).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Stricter data-class isolation (PHI/FTI) accepted over convenience.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End-to-end benefits orchestration with consent + compensation (the job_loss life-event saga)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program-rule RAG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integrated-eligibility connectors; proactive renewal reminders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a wrong action can remove food, healthcare or housing — so the agent assembles, and humans + deterministic rules decide.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KFF 2024 (Medicaid unwinding)  ·  USDA FNS Jun 2025 (SNAP error rate)  ·  CMS via PBS 2023  ·  AWS Public Sector 2025 (NC DES)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Benefits / HHS Caseworker Assist</dc:title>
  <dc:subject>PptxGenJS Presentation</dc:subject>
  <dc:creator>David Ryder</dc:creator>
  <cp:lastModifiedBy>David Ryder</cp:lastModifiedBy>
  <cp:revision>1</cp:revision>
  <dcterms:created xsi:type="dcterms:W3CDTF">2026-06-23T20:56:18Z</dcterms:created>
  <dcterms:modified xsi:type="dcterms:W3CDTF">2026-06-23T20:56:18Z</dcterms:modified>
</cp:coreProperties>
</file>