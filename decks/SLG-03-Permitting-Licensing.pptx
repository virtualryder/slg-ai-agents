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
SHOW: title and your name.
SAY: 'A building permit can touch five departments, and the applicant can't see any of them. Cycle time here is an economic-development lever: housing, business, tax revenue.'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
SHOW: the 73 DAYS → 33 DAYS headline and the three stat cards.
SAY: 'US average first commercial plan review is about 19 business days. Honolulu's AI plan review cut residential review time about 70% — vendor-reported. And peer-reviewed work from MIT and Princeton attributes about a third of the price-versus-cost gap to permitting friction. This is a housing story.'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
SHOW: situation, need, constraint bar.
SAY: 'Multi-department reviews, opaque status, rework loops. The constraint: the agent can recommend completeness, but issuance and code interpretation stay with an official — and it distinguishes a deterministic code rule from a discretionary judgment.'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
SHOW: the pipeline; green gate is the permit tech; trust cards (issuance withheld).
SAY: 'Walk requirements plus GIS, prefill, route in parallel, compliance, the green gate, then create and route. The standout: issuance is a separate, withheld action held by an official — enforced in code, a passing test.'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
SHOW: the architecture diagram; numbered flow.
SAY: 'Note GIS — Esri or Amazon Location — and the optional RPA bridge for legacy permitting systems without APIs. Otherwise the standard governed flow.'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
SHOW: outcomes band, cards, takeaway.
SAY: 'Honolulu's vendor-reported pilot: −70% residential review time, corrections per plan from about 23 to 9, per-plan review from about 75 to 18 minutes. I note −70% is reviewer time — end-to-end issuance still depends on staffing.'
TRADEOFF TALK TRACK: (1) issuance withheld caps automation at the decision boundary, by design — that's defensible issuance; (2) a deterministic rules engine over LLM code-checks — I encode the rules so checks are consistent and auditable; (3) API-first over RPA — a bridge for legacy short-term, real APIs long-term. CLOSE: 'Accelerate the package, keep issuance human. This is also the permit step in the new-business life-event.'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&amp; Licensing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identifies the right permit, explains requirements, checks parcel/zoning, prefills and routes the package — while issuance stays with an authorized official.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73 DAYS TO 33 DAYS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&amp; Licensing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Permits cross zoning, planning, fire and engineering with no shared view. AI plan-review and routing compress cycle time — while a human official still issues the permit.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19.2 days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US average first commercial plan review (median 14; 11% take &gt;30)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Permit Place Index,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 → 33 days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days-to-decision with AI plan review (Honolulu, −55%)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Clariti / Honolulu DPP, 2026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~⅓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the home price-vs-cost gap is explained by permitting friction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Soltas &amp; Gruber,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Multi-department reviews and opaque status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Zoning, planning, fire, engineering — parallel reviews no one can see across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Applicants can't tell what's missing or which agency is holding the case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Incomplete submissions create rework loops that add weeks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Slow permits delay housing, business, and tax revenue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compress cycle time, raise first-submission completeness, and unblock economic development.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check parcel/zoning/GIS, prefill applications, and route packages to required reviewers in parallel.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local code interpretation and issuance remain an authorized official's decision.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recommends an application is complete; permit issuance and code interpretation stay with a human official.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→ prefill → route in parallel, with issuance held for a human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identify permit type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+ GIS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checklist · parcel/zoning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Prefill application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from approved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code rule vs. discretion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permit tech approves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&amp; route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parallel reviews · audit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Issuance withheld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permitting.issue_permit is absent from the agent's grants in code — an official issues. Verified by test.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vs. judgment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The agent distinguishes a deterministic code rule from a discretionary official judgment.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action logged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Parallel routing and approvals land in one examiner-ready audit trail.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&amp; Licensing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−70%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residential plan-review time (Honolulu)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23→9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corrections per plan (Honolulu)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75→18 min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per-plan review time (Honolulu)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2.3→1.4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review cycles per permit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Issuance withheld from the agent over end-to-end automation — code interpretation and the permit decision stay with an official. Cost: automation caps at the decision boundary; payoff: legally defensible issuance.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Deterministic rules engine over LLM code-checks — code rules run as testable logic; the agent orchestrates and explains. Cost: rules must be encoded; payoff: consistent, auditable, validatable checks.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API-first over RPA — integrate Accela/Tyler via APIs where they exist; RPA only as a bridge. Cost: some legacy systems need a bridge; payoff: reliable, supportable integration long-term.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Multi-agent parallel review (planning/fire/engineering) on Step Functions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municipal-code RAG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Accela/Tyler connectors replacing fixtures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permitting speed drives housing and revenue — accelerate the package, keep issuance human.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CivCheck / Honolulu DPP 2024 pilot — vendor-reported, named city (−70% is review time; end-to-end issuance varies, Honolulu Civil Beat 2025)  ·  Permit Place Index 2026  ·  Soltas &amp; Gruber 2026 (MIT/Princeton)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Permitting &amp; Licensing</dc:title>
  <dc:subject>PptxGenJS Presentation</dc:subject>
  <dc:creator>David Ryder</dc:creator>
  <cp:lastModifiedBy>David Ryder</cp:lastModifiedBy>
  <cp:revision>1</cp:revision>
  <dcterms:created xsi:type="dcterms:W3CDTF">2026-06-23T22:01:38Z</dcterms:created>
  <dcterms:modified xsi:type="dcterms:W3CDTF">2026-06-23T22:01:38Z</dcterms:modified>
</cp:coreProperties>
</file>