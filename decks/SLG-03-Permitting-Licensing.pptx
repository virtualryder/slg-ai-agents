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The proof point here is bulletproof and government-issued: the Office of the Governor of California, April 30 2025, announcing an AI e-check plan-review tool — and Amazon is named as a contributing partner, which gives you the AWS thread. Lead with government, not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headline quote is verbatim from the California .gov release: AI brings permitting from 'weeks and months' to 'hours or days.' That's a government source — no caveat needed. Then make it matter to taxpayers and CIOs with the NAHB numbers: regulation is over a quarter of a new home's price and 94% of developers say it causes delays. So speed isn't a convenience metric — it's housing affordability. NAHB is the authoritative homebuilding trade body; label it industry/analyst.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CIO: this is a backlog and constituent-satisfaction problem with a hard economic tail. CISO: note that the agent pre-checks and advises — it does not issue. Architect: the code rules live in a knowledge base you control and version, so 'why was this flagged' is always answerable with a citation. Ask: how many of your review cycles are caused by incomplete or non-compliant submissions? That's exactly what pre-check removes.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Emphasize the human gate for this regulated decision: a licensed reviewer issues the permit — issuance is withheld in code, the model never has that authority. That's the sentence that protects the agency legally. Steps 1-3 just make the human faster: applicants fix problems before submitting, and reviewers start from a structured first pass instead of a blank plan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governed backbone. For the architect, stress that the rules engine and code knowledge base are agency-owned and auditable. For the CISO: WORM audit means every issuance has an immutable record of what was checked and why — valuable in an appeal or a records request. Reuse the JWT/least-privilege walk-through.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California government framing (weeks → hours/days), then the Austin ~50% zoning-review figure — be transparent that the 50% is Archistar's vendor number, though it carries a named City of Austin official's attribution, so present it as 'the City of Austin reports ~50%.' The 25+ municipalities line (Austin, Houston, Seattle, Colorado) is from the California release and shows this isn't experimental. Do NOT claim end-to-end issuance got faster by a fixed percent — the honest story is fewer correction cycles and faster valid submissions; reviewer judgment and legal authority are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Permitting &amp; Licensing Plan-Review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pre-check that catches code issues before submission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WEEKS AND MONTHS TO HOURS AND DAYS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&amp; Licensing Plan-Review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plan-review assistant that checks designs against local zoning and building codes before submission, flags issues for applicants to fix up front, and gives reviewers a structured first pass — so staff approve, not chase corrections. The issuance decision stays with a licensed human.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timeline with AI e-check, per the State of California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new home's price is government regulation (NAHB,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say regulations routinely cause project delays (NAHB)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review is slow, iterative, and expensive — and the delay is a housing cost.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and county building, planning and licensing departments where every submission triggers manual code checks, correction cycles, and resubmittals before anything is issued.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check each plan against zoning and building codes.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submissions bounce back, adding correction cycles and weeks.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wait without visibility; staff field status calls.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delay shows up directly in the price of housing and development.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issue rebuilding permits at the local pace California flagged as too slow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new single-family home's price driven by regulation (NAHB)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report regulation-driven project delays (NAHB)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Office of the Governor of California, Apr 30 2025; NAHB 2025.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Pre-check → flag → structure → human-issue — fewer correction cycles, faster valid submissions.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Pre-check the plan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+ rules check designs against local codes before submittal.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rules engine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specific, cited code issues so plans are fixed up front.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review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staff a first-pass summary and a checklist, not a blank slate.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issues the permit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licensed reviewer makes the issuance decision — never the model.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review, citations and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the review; a licensed human issues the permit. Issuance is withheld in code.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Code-aware pre-check that shortens review while keeping issuance a licensed human decision.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 plans the first time; reviewers freed to decide.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hours/days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process with AI e-check, per the Governor of California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zoning-review time saved with AI pre-check, City of Austin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already using AI plan-review (Austin, Houston, Seattle, CO…)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cycle removed is days off the clock for a resident or a builder — and permitting delay is a measurable housing cost. The agency keeps the same legal authority and reviewer judgment, but spends it on decisions instead of chasing incomplete paperwork.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