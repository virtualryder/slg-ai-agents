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'A building permit can touch five departments, and the applicant can't see any of them.' Set up cycle time as an economic-development lever, not just an admin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US average first commercial plan review is ~19 business days (Permit Place 2026). Honolulu's AI plan review cut days-to-decision from 73 to 32.5 (−55%, Clariti — flag as vendor-reported). And the macro: peer-reviewed work (Soltas &amp; Gruber, 2026) attributes about a third of the price-vs-cost gap to permitting friction. This is a housing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The constraint: the agent can recommend completeness, but issuance and code interpretation stay with an official. Distinguish deterministic code rules from discretionary judgment — that distinction is the engineering challenge.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The green gate is the permit tech; issuance is a separate, withheld action held by an official — call out that it's enforced in code (a passing test), not a policy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Standard architecture; note GIS (Esri/Amazon Location) and the optional RPA/computer-use bridge for legacy permitting systems without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Honolulu's vendor-reported outcomes: 55% faster decisions, 70% less residential review time, 67% fewer corrections. Be candid these are early, vendor-reported figures. Close: this is also the 'new business' life-event saga's permit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identifies the right permit, explains requirements, checks parcel/zoning, prefills and routes the package — while issuance stays with an authorized official.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73 DAYS TO 33 DAYS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Permits cross zoning, planning, fire and engineering with no shared view. AI plan-review and routing compress cycle time — while a human official still issues the permit.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19.2 days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US average first commercial plan review (median 14; 11% take &gt;30)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Permit Place Index,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 → 33 days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days-to-decision with AI plan review (Honolulu, −55%)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Clariti / Honolulu DPP, 2026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~⅓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the home price-vs-cost gap is explained by permitting friction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Soltas &amp; Gruber,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Multi-department reviews and opaque status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Zoning, planning, fire, engineering — parallel reviews no one can see across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Applicants can't tell what's missing or which agency is holding the case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Incomplete submissions create rework loops that add weeks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Slow permits delay housing, business, and tax revenue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compress cycle time, raise first-submission completeness, and unblock economic development.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check parcel/zoning/GIS, prefill applications, and route packages to required reviewers in parallel.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local code interpretation and issuance remain an authorized official's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recommends an application is complete; permit issuance and code interpretation stay with a human official.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→ prefill → route in parallel, with issuance held for a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identify permit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+ GIS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checklist · parcel/zoning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Prefill application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from approved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code rule vs. discretion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permit tech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&amp; route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parallel reviews · audit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Issuance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permitting.issue_permit is absent from the agent's grants in code — an official issues.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vs. judgment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The agent distinguishes a deterministic code rule from a discretionary official judgment.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logged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Parallel routing and approvals land in one examiner-ready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STANDALONE-DEPLOYABLE — this agent ships its OWN VPC · Flow Logs · Bedrock VPC endpoint · KMS · Bedrock Guardrail · append-only audit + S3 Object Lock (WORM) · deny-by-default gateway · human gate. No WoG dependency; the Whole-of-Government platform is optional and additive.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Permitting (Accela/Tyler) · GIS (Esri/Location) · IDP · KB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AWS Step Functions + Lambda (LangGraph agent) — waitForTaskToken human gate · or AgentCore Runtime (ARM64)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Resident/staff sign in at the agency IdP (SAML/OIDC, MFA). Amazon Cognito brokers the assertion and issues a short-lived JWT — no credentials are stored in AWS.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CloudFront + AWS WAF inspect, filter and rate-limit the request; API Gateway's Cognito JWT authorizer validates the token before any request reaches the app.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The MCP gateway re-validates the JWT and its custom:slg_role claim and authorizes each tool call — agent grant ∩ user entitlement (deny-by-default).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For each authorized call the gateway mints a short-lived, tool-scoped token (AgentCore Identity / STS) — no standing service accounts; the JWT subject stays attributable.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Model calls stay inside AWS via a Bedrock VPC endpoint; Guardrails filter PII/content on every call. Grounding, accessibility and PII checks run before a human sees output.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Workflow pauses at the human-review gate (Step Functions waitForTaskToken) — a named official, identified by the same JWT, approves.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On approval the action commits; case state, append-only audit and finalized records persist (S3 Object Lock WORM).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Every step — node, timestamp, JWT subject/actor, data sources, model version — lands in one examiner-ready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days-to-decision (Honolulu)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less review time (Honolulu residential)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fewer corrections per permit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first-submission completeness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Issuance withheld from the agent — caps automation at the regulated decision boundary.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rules engine outside the LLM for code checks; the agent orchestrates and explains.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RPA/computer-use bridge for legacy permitting GUIs until APIs exist (documented).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Multi-agent parallel review (planning/fire/engineering) on Step Functions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municipal-code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Accela/Tyler connectors replacing fixtures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permitting speed drives housing and revenue — accelerate the package, keep issuance human.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Permit Place Index 2026  ·  Clariti/Honolulu DPP 2026 (vendor-reported)  ·  Soltas &amp; Gruber 2026 (MIT/Princeton)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Permitting &amp; Licensing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