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'Government IT runs on legacy systems and a shrinking bench.' Position the agent as Tier-1 relief that respects production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Gartner: ~$8 live vs ~$0.10 self-service, and only 9% of customers fully self-resolve today — huge headroom. The peer-reviewed NBER study found a genAI copilot lifted agent productivity 14% on average and 34% for novices — exactly the new/under-trained government workforce. Productivity AND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Situation → need. Constraint: no destructive action without approval. Set up the standout control — run_runbook is high-risk and an analyst alone can't execute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 Walk the steps. The headline governance moment: runbook execution requires an SRE-entitled approver — the least-privilege intersection visibly blocking an under-entitled actor. The green gate enforces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 Architecture; note Systems Manager for approved operations and Security Hub/GuardDuty as evidence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Outcomes: +34% novice productivity, ~80x cheaper self-service, lower MTTR and Tier-1 volume. Honest: deflection % is workload-specific. Close: modernization (Q Developer) is the V2 expansion on the same governed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answers IT questions, diagnoses incidents, creates and routes tickets and proposes remediation — while destructive runbooks require an SRE-entitled approver.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$8 A TICKET TO 10 CENTS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Aging systems, workforce shortages and high Tier-1 volume. A governed copilot deflects routine requests and lifts agent productivity — while destructive ops stay gated to an SRE.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~$8.01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support contact vs. a self-service interaction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 / +34%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support-agent productivity from a genAI copilot — avg / for novice agents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NBER w31161 (2023)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customers fully resolve their issue through self-service today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systems, shortages, and Tier-1 volume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Aging systems, retirements, and scarce specialized skills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Help desk swamped with routine, repetitive requests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Undocumented apps slow every incident and migration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Modernization backlogs grow faster than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Tier-1 volume, cut mean-time-to-resolution, and lift agent productivity without hiring.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answer from grounded runbooks, diagnose, create/route tickets, and propose remediation.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change control and least-privilege ops — no destructive action without policy checks and approval.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never disables accounts, alters firewall rules, or remediates production without approval; runbooks require an SRE-entitled approver.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→ diagnose → ticket → propose remediation; destructive ops gated to an SRE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support / incident / runbook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grounded KB + ticket context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/ propose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create ticket · propose runbook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change-control · least privilege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analyst / SRE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 record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Destructive ops gated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run_runbook is high-risk; an IT analyst alone cannot execute it — an SRE-entitled approver is required (least-privilege intersection).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answers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Support answers cite approved runbooks; no fabricated steps reach a user.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change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Tickets, runbooks and approvals land in a change record +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(illustrative for a reference agency; sources cited)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+34%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novice-agent productivity (NBER)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~80x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MTTR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faster resolution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Tier-1 ticket volume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Destructive runbooks gated to an SRE — least privilege over convenience.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/ Bedrock for grounded answers over ungoverned copilots.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approval on remediation accepted over full auto-remediation.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for legacy-code explanation + modernization backlogs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Approved Systems Manager automations behind the SRE gate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ServiceNow connectors; eval harness for answer quality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deflect the routine, gate the dangerous — productivity gains without handing AI the keys to production.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Gartner 2019 (cost per contact; 9% self-resolve)  ·  NBER w31161 (Brynjolfsson, Li &amp; Raymond, 2023)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GovOps IT Service Desk &amp; Modernization</dc:title>
  <dc:subject>PptxGenJS Presentation</dc:subject>
  <dc:creator>David Ryder</dc:creator>
  <cp:lastModifiedBy>David Ryder</cp:lastModifiedBy>
  <cp:revision>1</cp:revision>
  <dcterms:created xsi:type="dcterms:W3CDTF">2026-06-23T21:11:26Z</dcterms:created>
  <dcterms:modified xsi:type="dcterms:W3CDTF">2026-06-23T21:11:26Z</dcterms:modified>
</cp:coreProperties>
</file>