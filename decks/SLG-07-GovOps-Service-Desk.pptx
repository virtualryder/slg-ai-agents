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internal-operations agent — easy ROI because the 'customer' is your own staff and the data is less sensitive than citizen PII. Good early win for a CIO who wants a low-risk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IBM AskIT's 75% self-resolution is the headline — it's vendor-reported but at real scale (133,000+ users, trained on ~300,000 tickets), so label it and use it. The peer-reviewed productivity figure should be cited as the QJE 2025 paper (+14% avg, +34% novice) — the NBER working paper isn't itself peer-reviewed, so attribute the label correctly. The GAO legacy numbers set up why this matters: $100B+ a year, ~80% just to operate aging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this is the 'free up scarce engineers' story, and it ties directly to the legacy-modernization budget trap. CISO: internal tooling, lower data sensitivity, but privileged actions are the risk — flag that we handle that at the gate. Architect: note the desk integrates with your ITSM and identity, not rip-and-replace.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The governance highlight here is concrete and provable: in our implementation a high-risk runbook returns BLOCKED_NEEDS_APPROVER because the desk role isn't entitled to run it — the agent literally cannot self-authorize a privileged change. Tests enforce this. That's the demo that wins a CISO: least privilege isn't a setting, it's behavior. Low-risk reversible actions are automated; everything privileged waits for an entitled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Same backbone; for this agent stress least-privilege entitlements and the approver gate. Reuse the JWT walk-through and point out that the MCP gateway is exactly what enforces 'desk can answer, only an SRE can run the runbook.' WORM audit captures who approved each privileged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Lead with IBM's 75% (labeled vendor). Important correction baked into this slide: I reframed the ServiceNow number — there is no verifiable 'Now Assist MTTR' figure, so the slide cites ServiceNow ITSM AI/ML reducing MTTR &gt;10% from Microsoft's internal deployment. Don't say 'Now Assist' out loud. The +34% novice figure is your one peer-reviewed anchor here — use it to make the turnover/ramp argument. Close on the CIO line: deflecting routine tickets buys back the engineering hours that reduce the 80% legacy 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GovOps IT Service Desk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 routine IT tickets and speed resolution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TICKET QUEUES TO 75% SELF-RESOLVED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GovOps IT Service Desk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internal IT agent that answers common employee questions, resets and unblocks the routine cases, and prepares higher-risk runbooks for an engineer to execute — so staff get help instantly and engineers focus on real incidents. High-risk actions require an approver.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 queries self-resolved by the assistant (IBM AskIT)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+14 / +34%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productivity, avg / novice agents (Brynjolfsson et al., QJE 2025)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federal IT spend; ~80% just to operate legacy systems (GAO)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Engineers spend their day on password resets while real incidents wait.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IT and GovOps teams running internal service desks on top of aging systems, where ticket volume is high and skilled staff are scarce.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share of tickets are routine, repetitive, and self-resolvable.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consume the budget just to keep running.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resolution drags as queues build.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engineers are pulled onto tier-1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federal IT spend; ~80% on operations &amp; maintenance (GAO,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legacy systems flagged; most on outdated languages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of 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flagged in 2019 actually modernized by 2025 (GAO)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GAO-25-107795, Jul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→ resolve safe cases → prepare runbook → human-approve high-risk → log.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common how-do-I and status questions instantly.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safe cases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low-risk, reversible actions automatically.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runbook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steps for a higher-risk change, ready to run.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 runs high-risk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actions require an entitled human — the desk agent can't.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request, action and approver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is automated; privileged change requires an entitled approver. The desk role can't self-authorize.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service desk where high-risk runbooks return BLOCKED until an entitled human approves.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Instant help for staff; engineers back on the hard problems.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resolved by the assistant itself, IBM AskIT (133k+ users)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reduction with ServiceNow ITSM AI/ML (Microsoft internal)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+34%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for novice agents with a gen-AI copilot (QJE 2025)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212494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Deflecting the routine three-quarters of tickets returns skilled engineering hours to incidents and modernization — the work that actually reduces the 80% legacy-operations tax. The newest staff get the biggest boost, shortening ramp and cutting turnover cost.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