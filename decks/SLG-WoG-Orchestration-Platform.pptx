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the strategic sale — the one a state CIO or chief enterprise architect cares about most. Everything before this was an agent; this is the platform that makes a hundred agents safe. Pitch it as the paved road out of pilot purgatory.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NASCIO 2025 data is your spine: AI is the #1 state-CIO priority for 2026, displacing cybersecurity after 12 years at the top. The killer stat is the gap — 90% are piloting GenAI but only 25% have dedicated funding. That's the pilot trap, and governance is the way out. Label NASCIO as the state-CIO association, not a government agency. Deloitte's 21-point satisfaction gap (note: 2023 survey) frames why this matters to residents.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insight to land: the agents are the easy part — governing what they're allowed to do, across agencies, with consent and audit, is the hard part, and it's exactly what blocks pilots from becoming production. For a CISO this is the whole conversation: one consistent governance layer beats fifty inconsistent ones. For a CIO it's how you fund and scale instead of perpetually piloting.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Walk the five capabilities as the platform's spine. Govern-tool-access is the crown jewel — per-tool contracts binding agency, purpose, data class, residency and thresholds; deny-by-default. Canonical data means agents share one view instead of each integrating everything. The saga gives durable cross-agency workflows with compensation and rollback — critical when a life event touches five systems. Compliance events emit evidence retained by data class. The five declarative life-event templates are the demo: a resident moves, and it cascades across agencies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[~90 sec] This is the enterprise-architect centerpiece. Note it's a runnable reference, not a diagram — gate, step and compensate Lambdas, generic Step Functions ASL, live AWS backends (DynamoDB consent store, EventBridge compliance bus, idempotency store), env-selectable. For the CISO: WORM evidence retained by data class, and Bedrock's FedRAMP High / IL-4/5 authorization in GovCloud is the line that makes this deployable in a regulated environment. Mention the GovCloud caveat honestly: some AgentCore features aren't in GovCloud yet, so we use the portable gateway path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framing line: the platform is the product, the agents are the proof. A CIO buys the paved road — build governance once and every future agent inherits identity, least privilege, canonical data, audit and human gates on day one. That's the escape from the 90%-piloting/25%-funded trap. Close on the resident: one government, one life event, handled once. This is the deck you leave behind with the 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Whole-of-Government Orchestration Platform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layer that lets many agents act across agencies — safely,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  <p:sp>
        <p:nvSpPr>
          <p:cNvPr id="9" name="TextBox 8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50 SILOS TO ONE GOVERNED LAYER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Whole-of-Government Orchestration Platform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platform that gives every agent governed tool access, canonical data, durable cross-agency workflow coordination, and a compliance event trail — so a resident's life event is handled once, across agencies, with consent and audit built in. The hard part isn't the agents; it's governing what they're allowed to do.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the top state-CIO priority for 2026 — first time ever (NASCIO)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90% / 25%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state CIOs piloting GenAI vs. those with dedicated funding (NASCIO)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 pts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trails the private sector on digital-service satisfaction (Deloitte)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Everyone is piloting agents; almost no one can govern them at scale.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large-county CIOs and enterprise architects who need many AI agents to act across agency boundaries without creating an ungoverned, unauditable sprawl of tool access.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pilots are everywhere; funded, governed production is rare.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agency builds its own tool access, identity and audit — inconsistently.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systems and siloed data block cross-agency service.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repeat themselves to every agency for one life event.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90% vs 25%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piloting GenAI vs. funded to scale it — the pilot trap (NASCIO 2025)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$100B+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government IT spend, ~80% operating legacy systems (GAO)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 pts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digital-satisfaction gap behind the private sector (Deloitte)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NASCIO 2025–2026; GAO-25-107795; Deloitte digital-government survey.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 tool access → canonical data → coordinate the saga → emit compliance events → human gates.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tool access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Per-tool contracts: agency, purpose, data class, residency, thresholds.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(deny-by-default)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+ registry give agents one consistent view across systems.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adapters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the saga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cross-agency workflow with compensation and rollback.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saga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 cross-agency actions pause for the right approver.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events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emits an evidence event, retained by data class.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+ WORM evidence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declarative life-event templates (moving, job loss, new business, disaster, bereavement) run on this layer.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Shared governance, canonical data, durable saga orchestration and a compliance event bus.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Agencies &amp; agents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agents, many agencies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IdP → JWT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Govern-tool-access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Per-tool contract, deny-by-default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data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+ registry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orchestration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Compensation + rollback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 per action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events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+ WORM evidence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platform is the product; the agents are the proof.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FedRAMP High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 + KBs authorized; DoD IL-4/5 in GovCloud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 agents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library already run on the same governed layer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life events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moving, job loss, new business, disaster, bereavement — declarative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governance once and every future agent inherits identity, least privilege, canonical data, audit and human gates on day one. That's how a CIO escapes the pilot trap: not more pilots, but a paved road to funded, compliant production — and a resident experience that finally feels like one government.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