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 The executive deck. 'Every state is buying chatbots agency by agency. I'll show you why that's the expensive path — and what to buy instead.'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 NASCIO makes AI the #1 state-CIO priority for 2026, yet 90% are stuck in pilots and only 25% have funding. ADA Title II deadlines (2027/2028) put AI output in scope. The gap from pilot to production is governance — exactly what this platform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 The real obstacle isn't the model — it's identity, consent, interagency authority, and one audit trail. Constraint: the orchestrator holds no tool grants; agents never commit the consequential action. That's the CISO's comfort.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Walk the five pillars; the green node is the per-step human confirmation. The differentiator: a durable saga with compensation — if 311 fails after the form is filed, the form step rolls back, and the evidence records the undo. Demonstrated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~5 min. Walk the cross-agency flow: consent → saga → gate → specialist gateway → compliance event → compensation on failure → evidence + WORM. Soundbite: 'nobody is ever left half-enrolled.'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 Results: 5 life-events live, 179 governance tests green, per-transaction cost falls as agents share the baseline, GovCloud-deployable. Close: the long game — common identity, governed tool access, canonical data, and shared compliance evidence is what turns dozens of demos into digital government.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THE STRATEGIC LAYER  · 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The governed substrate that turns dozens of isolated chatbots into accountable digital government — one identity, one authorization model, one audit trail, coordinated across agencies around the resident's life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50 CHATBOTS TO ONE PLATFORM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Every state is piloting AI agency by agency — each a separate integration, security review, and audit. The platform makes one governed layer; the agents become configurations of it.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AI is the top state-CIO priority for 2026 (displacing cybersecurity)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 / 25%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states piloting GenAI / share with dedicated GenAI funding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NASCIO, 2025 survey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2027 / 2028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ADA Title II deadlines — AI-generated output is in scope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DOJ, 2026 IFR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blocker isn't the model — it's authority and trust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Dozens of disconnected agency chatbots — each an ungoverned integration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shared identity, authorization model, or audit trail across agencies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No two-phase commit across a DMV, an HHS system, and a 311 CRM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Residents experience government as fragmentation, not service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move from pilots to production without 50 separate security reviews and audits.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govern tool access, canonical data, durable cross-agency workflow, and one compliance event trail.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CJIS, IRS 1075, HIPAA, FERPA, DPPA, ADA, NIST AI RMF — controls that compound instead of multiplying.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orchestrator holds no tool grants and agents never commit the consequential action — every write passes a specialist's gateway, and a human owns the decision.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governed pillars — life events coordinated as durable, compensating sagas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 tool access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purpose · data class · residency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Canonical 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one resident · address · case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 + identity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AAL-gated, scoped, time-bound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saga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gates + automatic compensation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confirm before each action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events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case-level evidence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authority concentration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The orchestrator holds no tool grants; every write flows through a specialist's deny-by-default gateway.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left half-enrolled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A failed step rolls back completed steps in reverse; the evidence records the undo.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auditable record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Every step and rollback emits an immutable, retention-aware compliance event.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Whole-of-Government Orchestration Platform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ADDITIVE LAYER — agents deploy STANDALONE first, each with its own VPC · KMS · WORM audit · gateway · human gate. This orchestration layer is added later; the same agents become saga steps with NO rewrite. Adopt agency by agency.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(life event)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(DMV·HHS·311)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Records / ECMS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Step Functions saga — gate→step→compensate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gateway (per specialist)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EventBridge compliance bus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 authenticates; consent is recorded at the required identity-assur…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A life event (move, job loss, new business, disaster, bereavement) starts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Each material step gates on consent + explicit resident confirmation befor…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The step calls a specialist agent → its deny-by-default MCP gateway → the 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Every commit emits a compliance event to EventBridge + an append-only Dyna…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If a downstream agency fails, completed steps compensate (roll back) in re…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A case-level evidence package assembles automatically, with retention set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WORM snapshots (S3 Object Lock) seal the cross-agency audit trail.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life-events live (move · job loss · business · disaster · bereavement)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automated governance tests passing, no API key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per-transaction cost as agents share the baseline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GovCloud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deployable in commercial &amp; GovCloud (portable gateway)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Saga (eventual consistency + compensation) over a distributed transaction that can't exist across agencies.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Orchestrator holds no tool grants — authority never concentrates, at the cost of more indirection.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Explicit consent + confirmation gates over silent automation — by design.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agency adapters (DMV, HHS, ECMS) replacing fixtures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Verified Permissions (Cedar) generated from the Python policy model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Additional life-events; KPI/compliance dashboards over the evidence store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states don't need 50 chatbots — they need one governed substrate that lets digital workers act across agencies and be defended in front of an auditor.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NASCIO 2026 priorities &amp; 2025 survey  ·  DOJ ADA Title II 2026 IFR  ·  AWS Public Sector 2026 (proof points)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Whole-of-Government Orchestration Platform</dc:title>
  <dc:subject>PptxGenJS Presentation</dc:subject>
  <dc:creator>David Ryder</dc:creator>
  <cp:lastModifiedBy>David Ryder</cp:lastModifiedBy>
  <cp:revision>1</cp:revision>
  <dcterms:created xsi:type="dcterms:W3CDTF">2026-06-23T21:28:11Z</dcterms:created>
  <dcterms:modified xsi:type="dcterms:W3CDTF">2026-06-23T21:28:11Z</dcterms:modified>
</cp:coreProperties>
</file>