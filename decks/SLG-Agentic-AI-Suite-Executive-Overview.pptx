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 min.
SHOW: the title — Agentic AI for State &amp; Local Government, an executive overview for CIOs, CISOs, and directors of architecture.
SAY: 'In ~15 minutes I'll show you eight governed AI agents and an optional whole-of-government platform — all AWS-native, all deployable standalone, and built so a CISO can defend them. The theme: the agent isn't the product; the governance that makes it deployable is.'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
SHOW: the four stat cards — AI is the #1 state-CIO priority, 90% of states piloting GenAI, only 25% funded, ADA Title II deadlines 2027-28.
SAY: 'AI just became the number-one state-CIO priority for 2026, displacing cybersecurity. But 90% of states are stuck in pilots and only a quarter have funding — and ADA Title II now puts AI-generated output on a compliance clock.'
LAND IT: 'The gap between a pilot and production isn't the model — it's governance: identity, authorization, audit, retention, accessibility. That gap is exactly what this closes.'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
SHOW: the 4x2 portfolio grid of the eight agents.
SAY: 'Eight agents across the highest-value workflows — resident services, forms, permitting, benefits, public records, procurement, IT service desk, and public safety/health. Pick the one or two that match this customer's pain and go deep there in the per-agent deck.'
EMPHASIZE the footer: 'Each agent prepares; a human owns every legally consequential decision — issue a permit, adjudicate eligibility, release records, award a contract — and that's withheld in code, not just policy. A passing test proves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
SHOW: the four platform pillars on the navy slide.
SAY: 'Here's why this is different. The deny-by-default gateway means an agent can never exceed the employee it acts for. The human gate is framework-enforced, not documented. It's regulated by design — WORM retention, KMS, data-class isolation, mapped to CJIS, IRS 1075, HIPAA, FERPA, DPPA, ADA, GovRAMP and NIST AI RMF. And it deploys on AWS, commercial and GovCloud.'
SOUNDBITE: 'A control improvement here — the masker, the audit, grounding — benefits all eight agents at once. Controls compound instead of multiplying audits.'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
SHOW: the four Whole-of-Government cards — canonical data, consent &amp; identity, compliance event bus, life-event orchestrator.
SAY: 'The strategic layer organizes government around life events — moving, a new child, starting a business, losing a job, a disaster, a death in the family — not the org chart. A durable saga coordinates the agencies; if a downstream step fails, completed steps roll back, so nobody is left half-enrolled. Five life-events run today.'
FRAME: 'This is additive — agents deploy standalone first; the platform is the long game that turns dozens of demos into digital government.'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 min + close.
SHOW: the four engagement cards.
SAY: 'This is a credible starting point, not a science project: it runs today with no API key and 179 passing governance tests; it ships as CloudFormation and Terraform for commercial and GovCloud; and it comes with field-ready collateral — per-agent decks, ROI, compliance mappings, runbooks, and a seller/SA field guide.'
THE ASK: 'Let's pick one agency and one workflow, stand it up in your account, and put a real, cross-agency audit trail in front of your CISO. Everything you saw already runs — the pilot just points it at your systems.'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645920"/>
            <a:ext cx="4937760" cy="493776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</a:rPr>
              <a:t>STATE &amp; LOCAL GOVERNMENT  ·  BUILT ON AWS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828800"/>
            <a:ext cx="10607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AI for State &amp; Local Government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Eight governed agents and a whole-of-government platform — deployable, auditable, and compliant on AWS.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Executive overview  </a:t>
            </a:r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</a:rPr>
              <a:t>for CIOs, CISOs, and directors of architecture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MOMENT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is now the #1 state CIO priority — but most work is still pilots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606040" cy="2194560"/>
          </a:xfrm>
          <a:prstGeom prst="roundRect">
            <a:avLst>
              <a:gd name="adj" fmla="val 291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1488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state CIO priority for 2026 (AI, displacing cyber)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1828800"/>
            <a:ext cx="2606040" cy="2194560"/>
          </a:xfrm>
          <a:prstGeom prst="roundRect">
            <a:avLst>
              <a:gd name="adj" fmla="val 291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21488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611880" y="30175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states running GenAI pilots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606040" cy="2194560"/>
          </a:xfrm>
          <a:prstGeom prst="roundRect">
            <a:avLst>
              <a:gd name="adj" fmla="val 291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21488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0800" y="30175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have dedicated GenAI funding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1828800"/>
            <a:ext cx="2606040" cy="2194560"/>
          </a:xfrm>
          <a:prstGeom prst="roundRect">
            <a:avLst>
              <a:gd name="adj" fmla="val 291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2148840"/>
            <a:ext cx="2606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2027–28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89720" y="301752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new ADA Title II accessibility deadlines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38912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40"/>
                </a:solidFill>
              </a:rPr>
              <a:t>The gap between pilots and production is governance: identity, authorization, audit, retention, accessibility.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6263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Source: NASCIO 2026 priorities &amp; 2025 survey; DOJ ADA Title II IFR (Apr 2026). See SOURCES.md.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PORTFOLIO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agents across the highest-value SLG workflows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965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Resident Services &amp; 311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Find the right service; cited answers; gated 311 actions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11880" y="1965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Forms &amp; Document Processing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611880" y="256032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Extract, validate, assemble; cut re-keying &amp; backlogs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1965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Permitting &amp; Licensing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00800" y="256032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Multi-department review; issuance stays human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89720" y="19659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Benefits / HHS Caseworker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189720" y="256032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Evidence assembly; deterministic eligibility + human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93192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4114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 Public Records / FOIA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22960" y="470916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Search, classify, redact; release stays human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29000" y="393192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11880" y="4114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 Procurement &amp; Grants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611880" y="470916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Draft RFPs, organize bids; award stays human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17920" y="393192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400800" y="4114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 GovOps IT Service Desk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00800" y="470916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Triage, tickets, runbooks, modernization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006840" y="3931920"/>
            <a:ext cx="2606040" cy="1874520"/>
          </a:xfrm>
          <a:prstGeom prst="roundRect">
            <a:avLst>
              <a:gd name="adj" fmla="val 3415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189720" y="411480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 Public Safety / Health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189720" y="4709160"/>
            <a:ext cx="2286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Summaries, reports, validated surveillance queries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88"/>
                </a:solidFill>
              </a:rPr>
              <a:t>Each agent prepares; a human owns every legally consequential decision — enforced in code.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WHY IT'S DIFFERENT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agents are not the product. The governed platform is.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1737360"/>
          </a:xfrm>
          <a:prstGeom prst="roundRect">
            <a:avLst>
              <a:gd name="adj" fmla="val 3684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0116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Deny-by-default gateway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005840" y="2468880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Agent grant ∩ user entitlement — the agent can never exceed the employee. Scoped tokens, masked append-only audit.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212080" cy="1737360"/>
          </a:xfrm>
          <a:prstGeom prst="roundRect">
            <a:avLst>
              <a:gd name="adj" fmla="val 3684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01168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Human-in-the-loop, enforced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92240" y="2468880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High-risk writes block until a verified reviewer approves — framework-enforced, not documented.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794760"/>
            <a:ext cx="5212080" cy="1737360"/>
          </a:xfrm>
          <a:prstGeom prst="roundRect">
            <a:avLst>
              <a:gd name="adj" fmla="val 3684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3977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Regulated by design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005840" y="4434840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WORM retention, KMS, data-class isolation; mapped to CJIS, IRS 1075, HIPAA, FERPA, DPPA, ADA, GovRAMP, NIST AI RMF.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3794760"/>
            <a:ext cx="5212080" cy="1737360"/>
          </a:xfrm>
          <a:prstGeom prst="roundRect">
            <a:avLst>
              <a:gd name="adj" fmla="val 3684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776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Deploys on AWS, incl. GovCloud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92240" y="4434840"/>
            <a:ext cx="4709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Bedrock AgentCore / Strands; CloudFormation + Terraform; commercial &amp; GovCloud parity.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STRATEGIC LAYER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Whole-of-Government Orchestration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440"/>
                </a:solidFill>
              </a:rPr>
              <a:t>Move from dozens of isolated chatbots to governed digital workers coordinated across agencies — organized around life events, not org charts.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5303520" cy="1554480"/>
          </a:xfrm>
          <a:prstGeom prst="roundRect">
            <a:avLst>
              <a:gd name="adj" fmla="val 4118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Canonical data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40"/>
                </a:solidFill>
              </a:rPr>
              <a:t>One resident, one address, one case — shared across agencies.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2468880"/>
            <a:ext cx="5303520" cy="1554480"/>
          </a:xfrm>
          <a:prstGeom prst="roundRect">
            <a:avLst>
              <a:gd name="adj" fmla="val 4118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9224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&amp; identity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6492240" y="310896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40"/>
                </a:solidFill>
              </a:rPr>
              <a:t>AAL-gated consent ledger; no cross-agency use without recorded consent.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251960"/>
            <a:ext cx="5303520" cy="1554480"/>
          </a:xfrm>
          <a:prstGeom prst="roundRect">
            <a:avLst>
              <a:gd name="adj" fmla="val 4118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14400" y="44348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event bus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489204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40"/>
                </a:solidFill>
              </a:rPr>
              <a:t>Every material step emits an immutable, masked, case-level event.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217920" y="4251960"/>
            <a:ext cx="5303520" cy="1554480"/>
          </a:xfrm>
          <a:prstGeom prst="roundRect">
            <a:avLst>
              <a:gd name="adj" fmla="val 4118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92240" y="44348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Life-event orchestrator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492240" y="4892040"/>
            <a:ext cx="4800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440"/>
                </a:solidFill>
              </a:rPr>
              <a:t>Explicit resident confirmation before every material action.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488"/>
                </a:solidFill>
              </a:rPr>
              <a:t>Move (address, vehicle, voter, schools), new business, job loss, disaster — coordinated with consent &amp; confirmation gates.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ENGAGEMENT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9601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credible starting point — not a science project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5212080" cy="1600200"/>
          </a:xfrm>
          <a:prstGeom prst="roundRect">
            <a:avLst>
              <a:gd name="adj" fmla="val 40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1031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Reference, ready to run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005840" y="2578608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179 automated tests pass with no API key; deterministic demo before any AWS spend.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40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1031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as code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92240" y="2578608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CloudFormation + Terraform, commercial &amp; GovCloud; WORM, audit, KMS, Guardrails.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749040"/>
            <a:ext cx="5212080" cy="1600200"/>
          </a:xfrm>
          <a:prstGeom prst="roundRect">
            <a:avLst>
              <a:gd name="adj" fmla="val 40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3931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Field-ready collateral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005840" y="4407408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Per-agent decks, ROI worksheet, compliance mappings, runbooks, SA enablement.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17920" y="3749040"/>
            <a:ext cx="5212080" cy="1600200"/>
          </a:xfrm>
          <a:prstGeom prst="roundRect">
            <a:avLst>
              <a:gd name="adj" fmla="val 40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92240" y="4407408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One agency, one workflow, your IdP &amp; knowledge base — producing audit evidence.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FFFFFF"/>
                </a:solidFill>
              </a:rPr>
              <a:t>Let's pick the first agency and workflow — and stand up an auditable pilot on your AWS account.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SLG Agentic AI Suite — Executive Overview</dc:title>
  <dc:subject>PptxGenJS Presentation</dc:subject>
  <dc:creator>SLG AI Agent Suite</dc:creator>
  <cp:lastModifiedBy>SLG AI Agent Suite</cp:lastModifiedBy>
  <cp:revision>1</cp:revision>
  <dcterms:created xsi:type="dcterms:W3CDTF">2026-06-23T22:04:18Z</dcterms:created>
  <dcterms:modified xsi:type="dcterms:W3CDTF">2026-06-23T22:04:18Z</dcterms:modified>
</cp:coreProperties>
</file>