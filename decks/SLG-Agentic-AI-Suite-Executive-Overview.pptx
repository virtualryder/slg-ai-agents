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opener for an executive briefing or the leave-behind that frames the whole library. Use it when you don't yet know which agent the room cares about. Establish the thesis: governed, deployable, regulated-by-design AI 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Anchor on NASCIO: AI is the #1 state-CIO priority for 2026. Then the portfolio: eight agents plus a platform, all on AWS, with Bedrock at FedRAMP High and DoD IL-4/5 in GovCloud — that last line preempts the security objection before it's raised. The narrative: the demand is settled; what's missing is governed, fundable production, and that's what this library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Tailor to the room: CIO hears the pilot trap and the legacy-budget squeeze; CISO hears 'security and audit are built in, not bolted on'; architect hears 'build the pattern once, reuse eight times.' The ADA deadline is a real, dated forcing function — April 2027 for governments over 50k — so accessibility isn't optional and we test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Show the portfolio as one repeated pattern across three tiers - resident-facing, casework, operations - with a human gate everywhere and one platform underneath. The proof point for a skeptical engineer: each agent withholds its consequential action (issue, adjudicate, release, award) and that's enforced by tests, not promised in 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One governed backbone shared by all agents - that's the cost and security argument in a single diagram. Reuse the JWT / least-privilege / WORM walk-through. Stress full IaC parity: CloudFormation and Terraform, commercial and GovCloud. For the CISO, this is the slide that says a solution architect can deploy this and it will pass your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Close on deployability: every agent ships with code, infrastructure-as-code, containers, runbooks and its own customer deck; full CFN/Terraform parity; WCAG 2.1 AA tested with control mappings included. Then the sales-coaching line: lead with the agent that fits the room, sell the platform underneath. The executive takeaway: build governance once, inherit it forever - that's a fundable program, not another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State &amp; Local Government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governed agents and one platform — a reference library for regulated public-sector AI,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SCATTERED PILOTS TO A GOVERNED AI PLATFORM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State &amp; Local Government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deployable reference library: eight production-shaped agents across the resident journey, all built on one governed platform where every consequential action stays human, every answer is cited, and every step is logged — designed for a regulated environment from day one.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+ 1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agents plus a whole-of-government platform, all on AWS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authorized; DoD IL-4/5 in GovCloud (US)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demand is proven; the missing piece is governed, fundable production.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local executives — CIOs, CISOs and directors of architecture — deciding where to place AI bets that will survive security review, an audit, and a budget cycle.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are everywhere; few reach governed, funded production.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rebuilt from scratch multiplies cost and risk.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accessibility and audit are bolted on late, if at all.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experience government as disconnected silos.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Apr 2027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WCAG 2.1 AA deadline for ≥50k-population governments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ADA.gov 2026 IFR.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pattern, eight agents: ground → act safely → human gate → audit — reused everywhere.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Resident-facing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services and forms/IDP — the front door and the intake.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01–02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Permitting, benefits, records, procurement — governed decisions.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03–06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 desk and public safety/health acceleration.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07–08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everywhere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action is withheld in code until approved.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agents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governance, canonical data, audit and compliance events.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WoG platform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withholds its consequential action — issue, adjudicate, release, award — verified by tests.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governed AWS backbone shared by all eight agents and the platform.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Deployable, defensible, and built to scale.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code, IaC, containers, runbooks and a customer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CFN + Terraform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IaC parity across commercial and GovCloud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137514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WCAG 2.1 AA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tested; control mappings included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agent that fits the room — 311 for citizen value, benefits for mission, public safety for credibility — then sell the platform underneath. Build governance once and every future agent inherits it. That is the difference between another pilot and a fundable program.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2026-06-25T00:54:06Z</dcterms:created>
  <dcterms:modified xsi:type="dcterms:W3CDTF">2026-06-25T00:54:06Z</dcterms:modified>
</cp:coreProperties>
</file>