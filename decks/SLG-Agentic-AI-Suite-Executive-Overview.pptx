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645920"/>
            <a:ext cx="4937760" cy="493776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</a:rPr>
              <a:t>STATE &amp; LOCAL GOVERNMENT  ·  BUILT ON AWS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for State &amp; Local Government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Eight governed agents and a whole-of-government platform — deployable, auditable, and compliant on AWS.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Executive overview  </a:t>
            </a:r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</a:rPr>
              <a:t>for CIOs, CISOs, and directors of architecture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MOMENT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 now the #1 state CIO priority — but most work is still pilots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state CIO priority for 2026 (AI, displacing cyber)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61188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states running GenAI pilots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have dedicated GenAI funding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2027–28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new ADA Title II accessibility deadlines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3891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40"/>
                </a:solidFill>
              </a:rPr>
              <a:t>The gap between pilots and production is governance: identity, authorization, audit, retention, accessibility.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Source: NASCIO 2026 priorities &amp; 2025 survey; DOJ ADA Title II IFR (Apr 2026). See SOURCES.md.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PORTFOLIO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agents across the highest-value SLG workflows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Resident Services &amp; 311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Find the right service; cited answers; gated 311 actions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Forms &amp; Document Processing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61188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Extract, validate, assemble; cut re-keying &amp; backlogs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Permitting &amp; Licensing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Multi-department review; issuance stays human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8972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Benefits / HHS Caseworker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18972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Evidence assembly; deterministic eligibility + human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Public Records / FOIA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Search, classify, redact; release stays human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1188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Procurement &amp; Grants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Draft RFPs, organize bids; award stays human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GovOps IT Service Desk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Triage, tickets, runbooks, modernization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8972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Public Safety / Health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8972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Summaries, reports, validated surveillance queries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8"/>
                </a:solidFill>
              </a:rPr>
              <a:t>Each agent prepares; a human owns every legally consequential decision — enforced in code.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WHY IT'S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agents are not the product. The governed platform is.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0116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Deny-by-default gateway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Agent grant ∩ user entitlement — the agent can never exceed the employee. Scoped tokens, masked append-only audit.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116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Human-in-the-loop, enforced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46888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High-risk writes block until a verified reviewer approves — framework-enforced, not documented.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79476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Regulated by design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WORM retention, KMS, data-class isolation; mapped to CJIS, IRS 1075, HIPAA, FERPA, DPPA, ADA, GovRAMP, NIST AI RMF.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Deploys on AWS, incl. GovCloud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92240" y="443484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Bedrock AgentCore / Strands; CloudFormation + Terraform; commercial &amp; GovCloud parity.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STRATEGIC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40"/>
                </a:solidFill>
              </a:rPr>
              <a:t>Move from dozens of isolated chatbots to governed digital workers coordinated across agencies — organized around life events, not org charts.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data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One resident, one address, one case — shared across agencies.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46888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&amp; identity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AAL-gated consent ledger; no cross-agency use without recorded consent.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434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event bus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489204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Every material step emits an immutable, masked, case-level event.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425196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4434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Life-event orchestrator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489204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Explicit resident confirmation before every material action.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88"/>
                </a:solidFill>
              </a:rPr>
              <a:t>Move (address, vehicle, voter, schools), new business, job loss, disaster — coordinated with consent &amp; confirmation gates.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ENGAGEMENT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credible starting point — not a science project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03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Reference, ready to run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5840" y="25786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64 automated tests pass with no API key; deterministic demo before any AWS spend.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103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as code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5786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CloudFormation + Terraform, commercial &amp; GovCloud; WORM, audit, KMS, Guardrails.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7490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3931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Field-ready collateral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05840" y="44074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Per-agent decks, ROI worksheet, compliance mappings, runbooks, SA enablement.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92240" y="44074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One agency, one workflow, your IdP &amp; knowledge base — producing audit evidence.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Let's pick the first agency and workflow — and stand up an auditable pilot on your AWS account.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SLG Agentic AI Suite — Executive Overview</dc:title>
  <dc:subject>PptxGenJS Presentation</dc:subject>
  <dc:creator>SLG AI Agent Suite</dc:creator>
  <cp:lastModifiedBy>SLG AI Agent Suite</cp:lastModifiedBy>
  <cp:revision>1</cp:revision>
  <dcterms:created xsi:type="dcterms:W3CDTF">2026-06-23T16:45:09Z</dcterms:created>
  <dcterms:modified xsi:type="dcterms:W3CDTF">2026-06-23T16:45:09Z</dcterms:modified>
</cp:coreProperties>
</file>