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agent sells itself to anyone who's been sued over a missed FOIA deadline. Frame it as deadline-risk reduction with control retained, not 'AI redaction' — the second framing scares records officers.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Every number on the hook is rock-solid DOJ government data from the FY2024 Summary of Annual FOIA Reports, April 2025: a 267,056 backlog up 33%, $723.4 million in cost, 1.5 million requests received up 25%. These are your most bulletproof figures in the whole library — cite them with confidence. The story: demand is compounding and you cannot hire your way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CIO: this is a capacity-versus-demand gap with legal teeth. CISO: the sensitive part is redaction — so make clear the agent proposes redactions with cited exemptions, and a human authorizes every release. Architect: unified search across siloed repositories is half the value; redaction is the other 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'The agent proposes; a records officer disposes' — say that line. For a CISO, the exemption log is the artifact that matters: every proposed redaction carries its statutory basis, and the officer's decision plus rationale is written to WORM. That's defensible in litigation. No record leaves the building until a human clicks approve — release is withheld in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Standard backbone. Emphasize to the architect that search spans repositories via the gateway with least-privilege scoping, so the agent can only reach records the requesting role may touch. For the CISO: immutable audit of what was searched, what was redacted and why, and who authorized release — the complete chain a court would ask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Both proof points are vendor-reported — label them. Kofile (hours-to-seconds, 3,000+ counties on AWS) is qualitative but credible and AWS-published; CaseGuard's 85%-faster redaction is the vendor's own marketing, so present it as a claim. Lead with the DOJ problem scale, which is gov, and let the vendor outcomes show the pattern. Close on deadline risk: a fixed team clears more, on time, with release still human-authorized.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Records &amp; FOIA Response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Find, redact, and assemble records fast — governed, with release kept human,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  <p:sp>
        <p:nvSpPr>
          <p:cNvPr id="9" name="TextBox 8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A 267,056-REQUEST BACKLOG TO SECONDS OF SEARCH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Records &amp; FOIA Response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searches records, proposes redactions with cited exemptions, and assembles response packages — turning hours of manual review into seconds — while a records officer reviews and authorizes every release.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267,056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government-wide FOIA backlog, +33% year over year (DOJ OIP)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$723.4M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government-wide cost of FOIA compliance (DOJ OIP, FY2024)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1.5M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FOIA requests received in FY2024, a record high, +25% (DOJ OIP)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Records requests are rising faster than teams can answer them.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Public-records and FOIA offices across agencies that must search disparate systems, redact exempt material by hand, and meet statutory deadlines under growing volume.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grow as requests outpace staff capacity.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is slow, manual, and unforgiving of error.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sit across systems with no unified search.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clocks run while reviewers work line by line.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267,056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backlogged requests, up 33% over the prior year (DOJ OIP, FY2024)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$723.4M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government-wide FOIA cost in FY2024 (DOJ OIP)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days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to process even a simple-track request (DOJ OIP)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DOJ Office of Information Policy, FY2024 Summary of Annual FOIA Reports, Apr 28 2025 (gov).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 → propose redactions → assemble → human-release — speed without surrendering control.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records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search across repositories; surface responsive documents.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Kendra/KB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redactions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redactions with the specific exemption cited for each.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Comprehend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the package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response set and the exemption log for review.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authorizes release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records officer reviews redactions and approves the release.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search, redaction rationale and release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proposes; a records officer disposes. No record is released until a human authorizes it.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Records search and redaction with every release authorized by a human and logged immutably.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of review become seconds of search — under human control.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→ seconds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records search with Kofile on AWS, 3,000+ counties served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85% faster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automation, CaseGuard (vendor claim)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3,000+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governments already modernizing records search on AWS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and statutory-deadline risk are the exposure. Compressing search and first-pass redaction from hours to seconds lets a fixed team clear far more requests on time — while a records officer still authorizes every release, so speed never becomes an unauthorized disclosure.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