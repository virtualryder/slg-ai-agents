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
SHOW: title and your name.
SAY: 'Public-records transparency is a legal obligation on a clock — and most of the work is manual search and redaction. This is speed with accountability.'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HOURS → SECONDS headline and three stat cards.
SAY: 'The federal numbers are rock-solid, DOJ: a 267,056 backlog up 33%, $723 million in cost, 1.5 million requests received. Kofile on Bedrock takes county search from hours to seconds across 3,000-plus counties.'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situation, need, constraint bar.
SAY: 'The constraint: the agent proposes redactions and flags exemptions; a records officer reviews and releases. And a subtle point auditors love — prompts and AI traces may themselves be records subject to retention.'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
SHOW: the pipeline; green gate is the records officer; trust cards (release withheld).
SAY: 'Walk search → classify → propose redactions → assemble. Release is the withheld action, in code and tested. Redactions are proposed, never auto-applied.'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
SHOW: the architecture diagram; OpenSearch for retrieval.
SAY: 'Note OpenSearch for lexical plus semantic retrieval, legal-hold integration, and retention of AI traces.'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
SHOW: outcomes band, cards, takeaway.
SAY: 'Vendor-reported with a named federal customer: CaseGuard reports document redaction time down 98% and investigative files 32x faster at a Homeland Security forensics lab. Kofile takes search from hours to seconds. The 267k backlog is the problem context.'
TRADEOFF TALK TRACK: (1) release withheld — a human on every package, so no wrongful disclosure; (2) proposed-not-applied redactions cost review time but are defensible under the clock; (3) retaining AI traces costs storage but gives a complete record if the request is itself disclosed. CLOSE: 'The agent finds and prepares; a records officer decides what the public receives.'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searches, classifies responsiveness, proposes redactions and assembles the production package — while public release stays with a records officer.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SECONDS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Records requests are surging while staff search by hand, detect exemptions, and redact under a statutory clock. AI compresses search and redaction — a records officer still releases.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267,056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backlog at end of FY2024 (up 33%)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$723.4M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processing + litigation cost (FY2024)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→ seconds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county records search time on AI document intelligence (3,000+ counties)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/ Kofile,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Surging requests, manual search, and redaction risk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Deeds, court records, emails, video, scanned paper and microfilm at scale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Staff find responsive records, dedupe and detect exemptions by hand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Inconsistent redaction is a disclosure liability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 record 1.5M FOIA requests received in FY2024 (+25%); backlogs blow past deadlines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cut the request backlog and search time, and make redaction consistent.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conceptual + keyword search, responsiveness/dedup classification, and proposed redactions with an indexed package.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public-records law, retention/legal-hold, and personal-privacy exemptions — release is a human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proposes redactions and flags exemptions; a records officer reviews and releases — release is withheld in code.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→ classify → propose redactions → assemble; release held for the officer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interpret the request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conceptual + keyword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 + redact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responsive · dedup · exemptions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PII · retention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records officer reviews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indexed package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records.release is absent from the agent in code; a records officer reviews and releases.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Proposed, not applied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Redactions and exemptions are proposed for human review, never auto-applied.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Traces are records too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Prompts and AI traces may be records subject to retention — captured and retained accordingly.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−98%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document redaction time (CaseGuard/HSI)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file turnaround (HSI lab)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hours→sec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records search (Kofile, 3,000+ counties)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267,056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national FOIA backlog today (context)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Release withheld from the agent over auto-disclosure — a records officer reviews and releases. Cost: a human on every package; payoff: no wrongful disclosure of exempt material.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Proposed redactions over auto-applied redactions — the agent flags, a human confirms. Cost: review time per document; payoff: defensible redaction under a statutory clock.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Retaining AI traces as potential records over deleting them. Cost: more storage; payoff: a complete, defensible record if the request itself is later disclosed.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+ Neptune for entity/relationship search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Automated redaction with confidence + human verification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ECMS connectors; statutory-clock tracking dashboards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transparency at speed — the agent finds and prepares; a records officer decides what the public receives.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CaseGuard 2025/26 — vendor-reported (HSI Forensics Lab named)  ·  AWS Public Sector 2026 (Kofile)  ·  DOJ OIP 2024 FOIA report (backlog)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Records / FOIA &amp; Redaction</dc:title>
  <dc:subject>PptxGenJS Presentation</dc:subject>
  <dc:creator>David Ryder</dc:creator>
  <cp:lastModifiedBy>David Ryder</cp:lastModifiedBy>
  <cp:revision>1</cp:revision>
  <dcterms:created xsi:type="dcterms:W3CDTF">2026-06-23T22:01:38Z</dcterms:created>
  <dcterms:modified xsi:type="dcterms:W3CDTF">2026-06-23T22:01:38Z</dcterms:modified>
</cp:coreProperties>
</file>