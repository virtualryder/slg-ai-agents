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'Public-records transparency is a legal obligation on a clock — and most of the work is manual search and redaction.' Set up speed-with-accountability.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Federal numbers are rock-solid (DOJ OIP, Apr 2025): a 267,056 backlog (up 33%), $723.4M government-wide cost, 1.5M requests received. Kofile on Bedrock takes county search from hours to seconds across 3,000+ counties. The pain is real and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the agent proposes redactions and flags exemptions; the records officer reviews and releases. And a subtle point examiners love — prompts and AI traces may themselves be records subject to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Release is the withheld action (in code, tested). Redactions are proposed, never applied. The green gate is the records officer.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Architecture: OpenSearch for lexical + semantic retrieval; note legal-hold integration and retention of AI traces.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hours-to-seconds search (Kofile), backlog and consistency gains. Honest limit: suitable collections need digitization first. Close: this agent is the death-record step in the bereavement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searches, classifies responsiveness, proposes redactions and assembles the production package — while public release stays with a records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Records requests are surging while staff search by hand, detect exemptions, and redact under a statutory clock. AI compresses search and redaction — a records officer still releases.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backlog at end of FY2024 (up 33%)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$723.4M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processing + litigation cost (FY2024)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→ seconds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county records search time on AI document intelligence (3,000+ counties)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/ Kofile,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Surging requests, manual search, and redaction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Deeds, court records, emails, video, scanned paper and microfilm at scale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find responsive records, dedupe and detect exemptions by hand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Inconsistent redaction is a disclosure liability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 record 1.5M FOIA requests received in FY2024 (+25%); backlogs blow past deadlines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the request backlog and search time, and make redaction consistent.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conceptual + keyword search, responsiveness/dedup classification, and proposed redactions with an indexed package.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public-records law, retention/legal-hold, and personal-privacy exemptions — release is a human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proposes redactions and flags exemptions; a records officer reviews and releases — release is withheld in code.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→ classify → propose redactions → assemble; release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interpret the request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conceptual + keyword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 + redact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responsive · dedup · exemptions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PII · retention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records officer reviews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indexed package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records.release is absent from the agent in code; a records officer reviews and releases.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Proposed, not applied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Redactions and exemptions are proposed for human review, never auto-applied.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Traces are records too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Prompts and AI traces may be records subject to retention — captured and retained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Records/ECMS · OpenSearch (lexical + semantic) · KB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hours→sec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search on suitable collections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backlog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267K-request national backlog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redaction consistency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clock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statutory deadlines met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Release withheld — disclosure stays a records-officer decision.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Human-in-the-loop redaction review accepted over full automation (disclosure risk).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AI traces retained as potential records — more storage, fully defensible.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+ Neptune for entity/relationship search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Automated redaction with confidence + human verification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ECMS connectors; statutory-clock tracking dashboards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transparency at speed — the agent finds and prepares; a records officer decides what the public receives.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DOJ OIP 2024 Annual FOIA Report Summary (Apr 2025)  ·  AWS Public Sector 2026 (Kofile)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Records / FOIA &amp; Redaction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