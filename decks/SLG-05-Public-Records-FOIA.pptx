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This agent sells itself to anyone who's been sued over a missed FOIA deadline. Frame it as deadline-risk reduction with control retained, not 'AI redaction' — the second framing scares records officers.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Every number on the hook is rock-solid DOJ government data from the FY2024 Summary of Annual FOIA Reports, April 2025: a 267,056 backlog up 33%, $723.4 million in cost, 1.5 million requests received up 25%. These are your most bulletproof figures in the whole library — cite them with confidence. The story: demand is compounding and you cannot hire your way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sec] CIO: this is a capacity-versus-demand gap with legal teeth. CISO: the sensitive part is redaction — so make clear the agent proposes redactions with cited exemptions, and a human authorizes every release. Architect: unified search across siloed repositories is half the value; redaction is the other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[~70 sec] 'The agent proposes; a records officer disposes' — say that line. For a CISO, the exemption log is the artifact that matters: every proposed redaction carries its statutory basis, and the officer's decision plus rationale is written to WORM. That's defensible in litigation. No record leaves the building until a human clicks approve — release is withheld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[~80 sec] Standard backbone. Emphasize to the architect that search spans repositories via the gateway with least-privilege scoping, so the agent can only reach records the requesting role may touch. For the CISO: immutable audit of what was searched, what was redacted and why, and who authorized release — the complete chain a court would ask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 Both proof points are vendor-reported — label them. Kofile (hours-to-seconds, 3,000+ counties on AWS) is qualitative but credible and AWS-published; CaseGuard's 85%-faster redaction is the vendor's own marketing, so present it as a claim. Lead with the DOJ problem scale, which is gov, and let the vendor outcomes show the pattern. Close on deadline risk: a fixed team clears more, on time, with release still human-authorized.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859536" cy="4572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8288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Records &amp; FOIA Response Agent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redact, and assemble records fast — governed, with release kept human, on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92608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</a:t>
            </a:r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Architecture Leader   ·   github.com/virtualryder/slg-ai-agents   ·  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 267,056-REQUEST BACKLOG TO SECONDS OF SEARCH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17556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Records &amp; FOIA Response Agent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" y="2286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searches records, proposes redactions with cited exemptions, and assembles response packages — turning hours of manual review into seconds — while a records officer reviews and authorizes every release.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267,056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7899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government-wide FOIA backlog, +33% year over year (DOJ OIP)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$723.4M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9087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government-wide cost of FOIA compliance (DOJ OIP, FY2024)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0275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 requests received in FY2024, a record high, +25% (DOJ OIP)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3276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 ·   AI Strategy &amp; Architecture Leader   ·   github.com/virtualryder/slg-ai-agents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&amp; THE PROBLEM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Records requests are rising faster than teams can answer them.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24942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Public-records and FOIA offices across agencies that must search disparate systems, redact exempt material by hand, and meet statutory deadlines under growing volume.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live with today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93008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grow as requests outpace staff capacity.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is slow, manual, and unforgiving of error.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sit across systems with no unified search.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clocks run while reviewers work line by line.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0" y="1965960"/>
            <a:ext cx="4325112" cy="3977640"/>
          </a:xfrm>
          <a:prstGeom prst="roundRect">
            <a:avLst>
              <a:gd name="adj" fmla="val 1839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STATUS QUO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257860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267,056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287768" y="309067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backlogged requests, up 33% over the prior year (DOJ OIP, FY2024)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362102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67588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$723.4M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87768" y="418795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government-wide FOIA cost in FY2024 (DOJ OIP)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471830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477316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 days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287768" y="528523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 process even a simple-track request (DOJ OIP)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DOJ Office of Information Policy, FY2024 Summary of Annual FOIA Reports, Apr 28 2025 (gov). See DECK-SOURCES.md.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WORKFLOW — GOVERNED, 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→ propose redactions → assemble → human-release — speed without surrendering control.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records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across repositories; surface responsive documents.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Kendra/KB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270296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728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187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314187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4187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redactions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4187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redactions with the specific exemption cited for each.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4187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Comprehend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57293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1613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6205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5296205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96205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package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96205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response set and the exemption log for review.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96205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+ connectors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7011619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5939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01A88D"/>
          </a:solidFill>
          <a:ln w="12700">
            <a:solidFill>
              <a:srgbClr val="0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0531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50531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A8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971739" y="2167128"/>
            <a:ext cx="11210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50531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authorizes release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50531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records officer reviews redactions and approves the release.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50531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waitForTaskToken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916594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44026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485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5" name="Text 33"/>
          <p:cNvSpPr/>
          <p:nvPr/>
        </p:nvSpPr>
        <p:spPr>
          <a:xfrm>
            <a:off x="960485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485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0485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search, redaction rationale and release to a WORM trail.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485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+ CloudTrail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22960" y="5166360"/>
            <a:ext cx="10515600" cy="868680"/>
          </a:xfrm>
          <a:prstGeom prst="roundRect">
            <a:avLst>
              <a:gd name="adj" fmla="val 6316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" y="5358384"/>
            <a:ext cx="457200" cy="45720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00200" y="5230368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withheld in code until a human approves.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proposes; a records officer disposes. No record is released until a human authorizes 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REFERENCE ARCHITECTURE — BUILT FOR A REGULATED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Records search and redaction with every release authorized by a human and logged immutably.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147E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310896" cy="310896"/>
          </a:xfrm>
          <a:prstGeom prst="ellipse">
            <a:avLst/>
          </a:prstGeom>
          <a:solidFill>
            <a:srgbClr val="147E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/ Staff channel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phone · kiosk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150146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51314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DD34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2754" y="1691640"/>
            <a:ext cx="310896" cy="310896"/>
          </a:xfrm>
          <a:prstGeom prst="ellipse">
            <a:avLst/>
          </a:prstGeom>
          <a:solidFill>
            <a:srgbClr val="DD344C"/>
          </a:solidFill>
          <a:ln/>
        </p:spPr>
      </p:sp>
      <p:sp>
        <p:nvSpPr>
          <p:cNvPr id="12" name="Text 10"/>
          <p:cNvSpPr/>
          <p:nvPr/>
        </p:nvSpPr>
        <p:spPr>
          <a:xfrm>
            <a:off x="2442754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1042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1042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 + Shield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3678501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79669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1109" y="1691640"/>
            <a:ext cx="310896" cy="310896"/>
          </a:xfrm>
          <a:prstGeom prst="ellipse">
            <a:avLst/>
          </a:prstGeom>
          <a:solidFill>
            <a:srgbClr val="8C4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71109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89397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Cognito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9397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→ JWT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06855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08023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9463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99463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17751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17751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authorizer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735209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36377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27817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027817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6105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gateway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6105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· least privilege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8263563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64731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01A8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6171" y="1691640"/>
            <a:ext cx="310896" cy="310896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36" name="Text 34"/>
          <p:cNvSpPr/>
          <p:nvPr/>
        </p:nvSpPr>
        <p:spPr>
          <a:xfrm>
            <a:off x="8556171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74459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Bedrock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74459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Strands/LangGraph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9791918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993086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7AA1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84526" y="1691640"/>
            <a:ext cx="310896" cy="310896"/>
          </a:xfrm>
          <a:prstGeom prst="ellipse">
            <a:avLst/>
          </a:prstGeom>
          <a:solidFill>
            <a:srgbClr val="7AA116"/>
          </a:solidFill>
          <a:ln/>
        </p:spPr>
      </p:sp>
      <p:sp>
        <p:nvSpPr>
          <p:cNvPr id="42" name="Text 40"/>
          <p:cNvSpPr/>
          <p:nvPr/>
        </p:nvSpPr>
        <p:spPr>
          <a:xfrm>
            <a:off x="10084526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102814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→ action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02814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then tools + data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822960" y="32004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flow:  </a:t>
            </a:r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authenticates to the agency IdP, which Amazon Cognito federates into a signed JWT. API Gateway validates the JWT; the MCP gateway re-validates the custom:slg_role claim and issues a scoped, time-boxed token so the agent can call only the tools that role is entitled to (agent grant ∩ user entitlement). Bedrock Guardrails filter every prompt and response; the consequential action is held at the human gate. Every step writes to CloudTrail and a WORM (S3 Object Lock) audit log.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822960" y="3886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REGULATED-ENVIRONMENT CONTROLS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50976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3502152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1" name="Text 49"/>
          <p:cNvSpPr/>
          <p:nvPr/>
        </p:nvSpPr>
        <p:spPr>
          <a:xfrm>
            <a:off x="3630168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630168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6181344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09360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8860536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7" name="Text 55"/>
          <p:cNvSpPr/>
          <p:nvPr/>
        </p:nvSpPr>
        <p:spPr>
          <a:xfrm>
            <a:off x="8988552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988552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822960" y="57150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C3B4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5840" y="576072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models:  </a:t>
            </a:r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(standalone) — each agent ships its own VPC, edge, Cognito, data and WORM audit stack, deployable by one CloudFormation/Terraform quickstart. Model B (+ Whole-of-Government) — adds shared canonical data, saga orchestration and a compliance event bus. GovCloud (US) uses the portable gateway path.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 of review become seconds of search — under human control.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 → seconds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241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records search with Kofile on AWS, 3,000+ counties served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3118104"/>
            <a:ext cx="1362456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1960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76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 faster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3905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automation, CaseGuard (vendor claim)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3118104"/>
            <a:ext cx="1362456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1624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740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3,000+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569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governments already modernizing records search on AWS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17408" y="3118104"/>
            <a:ext cx="1362456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730752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3A4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76472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case: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and statutory-deadline risk are the exposure. Compressing search and first-pass redaction from hours to seconds lets a fixed team clear far more requests on time — while a records officer still authorizes every release, so speed never becomes an unauthorized disclosure.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tier. Vendor-reported vs. government/peer-reviewed sourcing in DECK-SOURCES.md. Improvement applied to a reference agency — not a guarantee.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2026-06-24T19:12:59Z</dcterms:created>
  <dcterms:modified xsi:type="dcterms:W3CDTF">2026-06-24T19:12:59Z</dcterms:modified>
</cp:coreProperties>
</file>