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Open on the resident experience: 'A resident wants to do one thing — renew a license, report a pothole, check an application — and faces dozens of departments and no single front door.' Set up that the hard part is governance, not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Hook with the economics: a live contact costs roughly $8 versus a dime for self-service (Gartner) — about 80x. A governed government agent (Grupo TX's TxGov, AWS Jun 2026) cut call volume 35% and halved response time; Virginia Beach's assistant fielded 1,300+ queries in month one. Land the point: deflection at government volume is seven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Walk the situation, then 'what they need' across business/technical/regulatory. Emphasize the constraint: personal data is never disclosed on a name + address alone — identity must be verified. That single rule is what makes a CISO comfortable.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six steps. The green node is the human gate — 'the workflow cannot pass it; it's interrupt_before in the framework, not a line in a policy doc.' Close on the three trust callouts.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numbered flow in order. Identity first (federation, no creds in AWS); model calls stay in-account via a Bedrock VPC endpoint; the MCP gateway is the single chokepoint for every tool call; append-only audit + WORM. Soundbite: 'one chokepoint to secure and audit, instead of N integrations.'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Be honest: figures are modeled from cited benchmarks for a reference city, not a longitudinal study. Results: ~35% deflection, ~80x cheaper self-service, 24/7 accessible access. Close: same trust architecture plugs into the whole-of-government platform — this agent is also a step in the 'moving'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governed, agentic front door that helps residents reach the right service across every agency — while staff and a human gate keep every consequential action accountable.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6 SYSTEMS TO ONE ANSWER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Residents navigate hundreds of pages, phone numbers and PDFs across dozens of departments. A governed agent understands the request, grounds the answer in approved content, and acts only with a human's approval.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contact vs. a self-service interaction (~80x)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call-center volume reduction with a governed gov agent (Grupo TX 'TxGov')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Jun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1,300+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resident queries handled in month one (Virginia Beach assistant)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Residents can't find the right service — and staff carry the load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Hundreds of pages, phone numbers, PDFs and forms across dozens of departments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don't know which agency owns their problem, so calls bounce and transfer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Comparable counties spend 45+ minutes summarizing and routing one complex contact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24/7, multilingual, or fully accessible path for routine questions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routine contacts, serve residents 24/7, and reduce wrong-department transfers without adding headcount.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understand plain language, ground answers in approved content with citations, and open 311 cases / book appointments through governed tools.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ADA Title II accessibility, state privacy, and no disclosure of personal account data on a name + address alone.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answers and prepares; a human approves every consequential action, and personal data requires verified identity.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intent-routed workflow that grounds, gates, and audits every answer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intent + responsible agency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content (KB) + citations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before personal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+ 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city reviewer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311 case / appt · WORM trail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Node, timestamp, actor, data sources, model version — one examiner-ready audit trail.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&amp; accessible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fabricated fees, dates or agencies; ADA Title II / WCAG checks on every AI answer.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personal disclosure without verified identity; consequential actions require a human.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311/CRM · knowledge base · scheduling · GIS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fewer live calls (TxGov benchmark)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multilingual, accessible access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response (48h→24h, TxGov)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caps full automation — the consequential action is the point.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(VPC-private, governed) over best-model-of-the-week; abstracted via an LLM factory.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Portable gateway path chosen for GovCloud day-one deployability.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multilingual policy RAG with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Connect / Lex voice front-end (optional, no hard dependency)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311/CRM connectors replacing fixtures; per-agency content ingestion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the agent isn't the product — the governance that makes it deployable, accessible, and auditable is.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Gartner 2019 (cost per contact)  ·  AWS Public Sector 2026 (Grupo TX, Virginia Beach, Anne Arundel)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Resident Services &amp; 311 Navigator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