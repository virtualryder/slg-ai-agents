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Open here. This is the resident's front door — the agent most people will actually touch. Frame the whole library: governed, agentic AI on AWS, where every consequential action stays human, deterministic and audit-ready. Name-drop that this is one of eight agents plus a whole-of-government platform. For a CIO, this is the fastest, lowest-risk place to show citizen-facing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Gartner economics: a live contact is $8.01 — cite it precisely, it's $8.01 not '$8' — versus about ten cents for self-service. Caveat to hold in your back pocket: that figure is 2019 and cross-industry, not government-specific, so use it as an order-of-magnitude truth, not a precise government number. Pair it with NYC311's 98,028 contacts a day so the scale is undeniable. The productivity stat is the peer-reviewed QJE 2025 version of the NBER paper — +14% average, +34% for novices — note that novices benefit most, which speaks to turnover.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For the CIO: this is repetitive, high-volume, low-risk work — the ideal first automation. For the CISO: nothing here exposes PII without the gateway brokering it. The cost stack on the right is the business case in three numbers. Ask the room: what share of your 311 volume is the same dozen questions? It's almost always a majority.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This is the trust story for the architect. Walk left to right. Note steps 1-3 are read-only and safe to automate fully. Step 4 — the teal gate — is the whole philosophy: the consequential action is withheld in code, not policy. Even if the model is wrong, it cannot commit the agency. Step 5 is why a CISO signs off: the decision, the citations and the inputs are written to a WORM trail they can subpoena-proof.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CISO/architect slide — slow down. Trace the JWT exchange: agency IdP → Cognito → signed JWT → API Gateway authorizer → MCP gateway re-validates the role claim and issues a scoped token. The key line: effective permission is the agent's grant intersected with the user's entitlement, deny-by-default. Hit the four control cards. End on compliance: Bedrock is FedRAMP High and DoD IL-4/5 in GovCloud — that's the sentence that ends the security objection. Mention Model A vs B so they know they don't need the whole platform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Be honest about evidence tier — these are vendor-reported deployments (NC DES and Denver 'Sunny'), labeled as such on the slide; that candor is what makes a CISO trust the rest. Denver is your strongest quantified deflection story: ~20% of all interactions, 45% peak staffing relief, 85% approval. Close on the CIO math: each deflected contact converts an $8 interaction into a dime. Avoid overstating Virginia Beach's 1,300 queries — that's usage, not proven deflection, so I kept it off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 Services &amp; 311 Virtual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governed, agentic AI front door for citizen requests —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$8 A CALL TO $0.10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Services &amp; 311 Virtual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always-on, multilingual agent that answers resident questions, files and tracks 311 service requests, and routes only the exceptions to staff — grounded in your knowledge base, with every answer cited and every action logged.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 → $0.10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live agent contact vs. self-service (Gartner)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contacts handled per day at NYC311 alone (NYC OTI)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for novice agents (Brynjolfsson et al., QJE 2025)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Residents wait on hold for answers government already has.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City/county 311 and constituent-services teams fielding repetitive questions across phone, web, email and walk-ins — often in many languages, with peak surges they can't staff for.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FAQs — trash days, permits, potholes, payments — consume scarce agent time.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 cost roughly $8 a contact; self-service is about a dime.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and language gaps push residents to call back, inflating volume.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copy-paste between systems instead of resolving the resident's actual issue.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live-agent contact — ~80× the cost of self-service (Gartner,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 / 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volume at a single big-city 311 (NYC OTI, 2023)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fully self-resolve today without help (Gartner)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Gartner 2019; NYC Office of Technology &amp; Innovation 2023.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→ ground → act → escalate — with a human gate on anything that commits the agency.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intent and language across channels; classify the 311 service type.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answer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agency KB; answer only with cited, sourced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safe action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Create/track a service request; check status; no PII exposed.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beyond read/file — refunds, dispatch commitments — pauses for staff approval.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learn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transcript, citations and decision to a WORM audit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file-a-request are automated; commitments are not. The agent drafts; a person commits.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 front door with deny-by-default tool access and a full audit trail.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 the routine, elevate the human, prove it in the logs.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2,700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handled in month one, North Carolina DES assistant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3737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311 interactions handled by Denver's 'Sunny' assistant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1908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04241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peak-season live-agent staffing reduction, Denver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3737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approval rating, Denver 'Sunny'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" y="5586984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632704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the agent resolves is roughly an $8 live interaction turned into a dime — at 311 volumes that is a budget line, not a rounding error. Productivity research shows the biggest lift goes to your newest agents, shortening ramp time and turnover cost.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