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rights-sensitive agent — lead with restraint. 'AI drafts and validates; it never concludes. No probable cause, no dangerousness scores, no diagnoses, no enforcement.'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Officers spend up to 40% of time on reports (Axon framing). CDC's TowerScout cut cooling-tower ID from 4 hours to 5 minutes (−98%). Critically — and this builds credibility — present the mixed evidence honestly: Axon reports large savings, but a pre-registered RCT (2024) and Anchorage PD found no significant time savings. Lead with that honesty in front of a 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 is the whole pitch: no probable cause, dangerousness, diagnosis, or enforcement by AI; CJI/PHI/public separated. CJIS v6.0 and HIPAA are non-negotiable.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Emphasize validated-SQL-only and that every conclusion is human. The green gate is the officer/epidemiologist.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Architecture: separate CJI/PHI/public environments, Lake Formation governance, deterministic SQL validation before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CDC's 98% on a public-health task; report-time savings where validated. Volunteer the null-result RCT — owning the contradicting evidence is what earns trust here. Close: this agent is the incident-report step in the disaster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summarizes incidents, drafts reports from approved source material, and turns plain-language questions into validated surveillance queries — without establishing probable cause or making diagnoses.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40% OF A SHIFT TO MINUTES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Narrative reporting and surveillance queries consume analyst and officer time. AI drafts from approved source material and validates queries — while humans own every consequential conclusion.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40%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officer time spent on report-writing (industry framing)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Axon,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faster public-health task: cooling-tower identification (4 hrs → 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CDC, Sep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evidence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report tools show large vendor savings AND null results in an RCT — present 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 2025 / EFF 2025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Narrative-heavy work and query bottlenecks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Incident reports, call recordings, officer notes, lab data, investigations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Hours spent writing and structuring reports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Surveillance questions wait on scarce SQL expertise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Redaction and release for records requests is manual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reduce report-writing time and surveillance turnaround, and raise record completeness.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summarize from approved source, draft reports, and translate questions into validated SQL.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FBI CJIS v6.0, HIPAA/PHI separation — AI never establishes probable cause, diagnoses, or initiates enforcement.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never establishes probable cause, calculates dangerousness, diagnoses, or initiates enforcement; CJI/PHI/public data stay separated.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 → draft → validated query; every conclusion stays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summarize / report / query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 source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narrative · lab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query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validated SQL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CJI/PHI separation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officer / epidemiologist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query result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consequential AI calls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probable cause, dangerousness scoring, diagnosis, or enforcement — those are human, by design.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queries only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Surveillance SQL is validated deterministically before execution; no free-form DB access.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classes separated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CJI, PHI and public data run in separate environments (CJIS v6.0 / HIPAA).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cooling-tower ID, 4hr→5min (CDC)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−61%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report time, 24.6→9.46 min (Leon County)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2.2M min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saved across 100k+ reports (Axon)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RCT: null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 peer-reviewed RCT found no time saving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Honest on evidence: vendor report-time savings AND a null-result RCT both exist — validate per agency.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SQL validation over free-form model queries (safety + correctness).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Separate CJI/PHI/public environments accepted over a single data boundary.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typology/protocol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Human-verified redaction for public release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incident-system + surveillance-DB connectors; eval baselines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draft the narrative, validate the query, keep every judgment human — especially where rights and health are at stake.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CDC + Lancet Digital Health 2024 — gov + PEER-REVIEWED (−98%, flagship stat)  ·  Axon 2025 — vendor-reported (Leon County −61%; 2.2M min)  ·  Counter-evidence: peer-reviewed RCT null result + Anchorage PD non-renewal (EFF 2025)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Safety / Public Health Case &amp; Report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