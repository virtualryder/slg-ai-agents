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~1.5 min. The most rights-sensitive agent — lead with restraint. 'AI drafts and validates; it never concludes. No probable cause, no dangerousness scores, no diagnoses, no enforcement.'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~2.5 min. Officers spend up to 40% of time on reports (Axon framing). CDC's TowerScout cut cooling-tower ID from 4 hours to 5 minutes (−98%). Critically — and this builds credibility — present the mixed evidence honestly: Axon reports large savings, but a pre-registered RCT (2024) and Anchorage PD found no significant time savings. Lead with that honesty in front of a CISO.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 min. Situation → need. Constraint is the whole pitch: no probable cause, dangerousness, diagnosis, or enforcement by AI; CJI/PHI/public separated. CJIS v6.0 and HIPAA are non-negotiable.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~3.5 min. Walk the steps. Emphasize validated-SQL-only and that every conclusion is human. The green gate is the officer/epidemiologist.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~4.5 min. Architecture: separate CJI/PHI/public environments, Lake Formation governance, deterministic SQL validation before execution.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 min. Outcomes: CDC's 98% on a public-health task; report-time savings where validated. Volunteer the null-result RCT — owning the contradicting evidence is what earns trust here. Close: this agent is the incident-report step in the disaster life-event saga.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E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669280" cy="56692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06240"/>
            <a:ext cx="3291840" cy="3291840"/>
          </a:xfrm>
          <a:prstGeom prst="ellipse">
            <a:avLst/>
          </a:prstGeom>
          <a:solidFill>
            <a:srgbClr val="2A376E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C0"/>
                </a:solidFill>
              </a:rPr>
              <a:t>SLG AI AGENT SUITE  ·  BUILT ON AWS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Safety / Public Health Case &amp; Report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388620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A governed agent that summarizes incidents, drafts reports from approved source material, and turns plain-language questions into validated surveillance queries — without establishing probable cause or making diagnoses.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David Ryder   ·   AI Strategy &amp; Architecture Leader   ·   github.com/virtualryder/slg-ai-agents   ·   June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40% OF A SHIFT TO MINUTES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77240" y="10972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Safety / Public Health Case &amp; Report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96596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CADCFC"/>
                </a:solidFill>
              </a:rPr>
              <a:t>Narrative reporting and surveillance queries consume analyst and officer time. AI drafts from approved source material and validates queries — while humans own every consequential conclusion.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772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 to 40%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0058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of officer time spent on report-writing (industry framing)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Axon, 2025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4348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348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~98%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6634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faster public-health task: cooling-tower identification (4 hrs → 5 min)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CDC, Sep 2025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0924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0924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mixed evidence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3210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AI report tools show large vendor savings AND null results in an RCT — present both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753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Axon 2025 / EFF 2025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E0"/>
                </a:solidFill>
              </a:rPr>
              <a:t>David Ryder   ·   AI Strategy &amp; Architecture Leader   ·   github.com/virtualryder/slg-ai-agents   ·   June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THE CUSTOMER &amp; 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Narrative-heavy work and query bottlenecks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0" cy="3611880"/>
          </a:xfrm>
          <a:prstGeom prst="roundRect">
            <a:avLst>
              <a:gd name="adj" fmla="val 151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THE SITUATION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5029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Incident reports, call recordings, officer notes, lab data, investigations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Hours spent writing and structuring reports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Surveillance questions wait on scarce SQL expertise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Redaction and release for records requests is manual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55080" y="1600200"/>
            <a:ext cx="516636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WHAT THEY NEED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219456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Business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reduce report-writing time and surveillance turnaround, and raise record completeness.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Technical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summarize from approved source, draft reports, and translate questions into validated SQL.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Regulatory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FBI CJIS v6.0, HIPAA/PHI separation — AI never establishes probable cause, diagnoses, or initiates enforcement.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5349240"/>
            <a:ext cx="10881360" cy="96012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544068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The design constraint that shaped everything:  </a:t>
            </a:r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</a:rPr>
              <a:t>AI never establishes probable cause, calculates dangerousness, diagnoses, or initiates enforcement; CJI/PHI/public data stay separated.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E8BC0"/>
                </a:solidFill>
              </a:rPr>
              <a:t>THE SOLUTION — GOVERNED WORKFLOW, HUMAN DECISIONS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Summarize → draft → validated query; every conclusion stays human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Intake &amp; classify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046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summarize / report / query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9174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7462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1" name="Text 9"/>
          <p:cNvSpPr/>
          <p:nvPr/>
        </p:nvSpPr>
        <p:spPr>
          <a:xfrm>
            <a:off x="267462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5633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Gather source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65633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approved narrative · lab data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2628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6" name="Text 14"/>
          <p:cNvSpPr/>
          <p:nvPr/>
        </p:nvSpPr>
        <p:spPr>
          <a:xfrm>
            <a:off x="452628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0799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 / query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0799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report · validated SQL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506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7794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21" name="Text 19"/>
          <p:cNvSpPr/>
          <p:nvPr/>
        </p:nvSpPr>
        <p:spPr>
          <a:xfrm>
            <a:off x="637794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35965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35965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CJI/PHI separation · grounding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2F8F5B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8F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1131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GATE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21131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officer / epidemiologist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8983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0812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33" name="Text 31"/>
          <p:cNvSpPr/>
          <p:nvPr/>
        </p:nvSpPr>
        <p:spPr>
          <a:xfrm>
            <a:off x="100812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00629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Finalize &amp; audit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00629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report · query result · WORM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40080" y="324612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88"/>
                </a:solidFill>
              </a:rPr>
              <a:t>EVIDENCE ASSEMBLY — automated (Bedrock Claude + governed MCP tool calls)   ·   then a framework-enforced human gate (interrupt_before)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008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6868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consequential AI calls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6868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No probable cause, dangerousness scoring, diagnosis, or enforcement — those are human, by design.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34340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57200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Validated queries only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457200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Surveillance SQL is validated deterministically before execution; no free-form DB access.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04672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827532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classes separated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27532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CJI, PHI and public data run in separate environments (CJIS v6.0 / HIPAA).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AWS ARCHITECTURE &amp; TRAFFIC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Safety / Public Health Case &amp; Report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40080" y="1078992"/>
            <a:ext cx="10881360" cy="384048"/>
          </a:xfrm>
          <a:prstGeom prst="roundRect">
            <a:avLst>
              <a:gd name="adj" fmla="val 11905"/>
            </a:avLst>
          </a:prstGeom>
          <a:solidFill>
            <a:srgbClr val="FBF3DE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" y="1078992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A6B12"/>
                </a:solidFill>
              </a:rPr>
              <a:t>DEPLOYMENT MODEL:  </a:t>
            </a:r>
            <a:pPr indent="0" marL="0">
              <a:buNone/>
            </a:pPr>
            <a:r>
              <a:rPr lang="en-US" sz="950" dirty="0">
                <a:solidFill>
                  <a:srgbClr val="5B4708"/>
                </a:solidFill>
              </a:rPr>
              <a:t>STANDALONE-DEPLOYABLE — this agent ships its OWN VPC · Flow Logs · Bedrock VPC endpoint · KMS · Bedrock Guardrail · append-only audit + S3 Object Lock (WORM) · deny-by-default gateway · human gate. No WoG dependency; the Whole-of-Government platform is optional and additive.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40080" y="1572768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164592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/ FRONT-END SECURITY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206240" y="1627632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Amazon CloudFront (TLS 1.2+) + AWS WAF (managed rules — OWASP, known-bad-inputs, IP reputation, rate-limit) + Shield → API Gateway/ALB · Cognito (SAML→JWT, MFA at agency IdP) · PrivateLink to Incident systems · governed data lake (Lake Formation) · OpenSearch · KB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103120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2176272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RUNTIME (private subnet)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206240" y="2157984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AWS Step Functions + Lambda (LangGraph agent) — waitForTaskToken human gate · or AgentCore Runtime (ARM64) · MCP authorization gateway (every tool call) · queue-driven autoscaling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633472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2706624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LAYER (VPC endpoint)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206240" y="2688336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Amazon Bedrock — Claude Sonnet (draft) + Haiku (triage)  ·  Bedrock Guardrails — PII &amp; content filters (mandatory)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163824"/>
            <a:ext cx="10881360" cy="512064"/>
          </a:xfrm>
          <a:prstGeom prst="roundRect">
            <a:avLst>
              <a:gd name="adj" fmla="val 8929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3236976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TIER (KMS CMK per data class)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206240" y="32186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</a:rPr>
              <a:t>DynamoDB — case state + append-only audit  ·  S3 Object Lock (WORM) — finalized records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767328"/>
            <a:ext cx="10881360" cy="420624"/>
          </a:xfrm>
          <a:prstGeom prst="roundRect">
            <a:avLst>
              <a:gd name="adj" fmla="val 10870"/>
            </a:avLst>
          </a:prstGeom>
          <a:solidFill>
            <a:srgbClr val="EEF2FB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3767328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</a:rPr>
              <a:t>SECURITY &amp; OPS:  </a:t>
            </a:r>
            <a:pPr indent="0" marL="0">
              <a:buNone/>
            </a:pPr>
            <a:r>
              <a:rPr lang="en-US" sz="1000" dirty="0">
                <a:solidFill>
                  <a:srgbClr val="1B2440"/>
                </a:solidFill>
              </a:rPr>
              <a:t>KMS (CMK per data class) · IAM least-privilege roles · CloudWatch · CloudTrail · X-Ray · GuardDuty · Security Hub + Config · data-class isolation (CJI/FTI/PHI/EDU/public)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431596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8BC0"/>
                </a:solidFill>
              </a:rPr>
              <a:t>TRAFFIC FLOW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4617720"/>
            <a:ext cx="108813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1  Resident/staff sign in at the agency IdP (SAML/OIDC, MFA). Amazon Cognito brokers the assertion and issues a short-lived JWT — no credentials are stored in AWS.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2  CloudFront + AWS WAF inspect, filter and rate-limit the request; API Gateway's Cognito JWT authorizer validates the token before any request reaches the app.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3  The MCP gateway re-validates the JWT and its custom:slg_role claim and authorizes each tool call — agent grant ∩ user entitlement (deny-by-default).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4  For each authorized call the gateway mints a short-lived, tool-scoped token (AgentCore Identity / STS) — no standing service accounts; the JWT subject stays attributable.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5  Model calls stay inside AWS via a Bedrock VPC endpoint; Guardrails filter PII/content on every call. Grounding, accessibility and PII checks run before a human sees output.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6  Workflow pauses at the human-review gate (Step Functions waitForTaskToken) — a named official, identified by the same JWT, approves.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7  On approval the action commits; case state, append-only audit and finalized records persist (S3 Object Lock WORM).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440"/>
                </a:solidFill>
              </a:rPr>
              <a:t>8  Every step — node, timestamp, JWT subject/actor, data sources, model version — lands in one examiner-ready audit trail.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TRADEOFFS, RESULTS &amp; WHAT'S NEXT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delivers — and what it honestly 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828800"/>
          </a:xfrm>
          <a:prstGeom prst="roundRect">
            <a:avLst>
              <a:gd name="adj" fmla="val 3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</a:rPr>
              <a:t>MEASURED OUTCOMES (illustrative for a reference agency; sources cited)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~98%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faster cooling-tower ID (CDC)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538728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↓ hours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538728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report-writing time (where validated)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208776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208776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surveillance turnaround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78824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↑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878824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record completeness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DELIBERATE TRADEOFFS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Honest on evidence: vendor report-time savings AND a null-result RCT both exist — validate per agency.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Deterministic SQL validation over free-form model queries (safety + correctness).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Separate CJI/PHI/public environments accepted over a single data boundary.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WHAT'S NEXT (V2)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Bedrock Knowledge Bases for typology/protocol RAG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Human-verified redaction for public release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Live incident-system + surveillance-DB connectors; eval baselines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</a:rPr>
              <a:t>The takeaway:  </a:t>
            </a:r>
            <a:pPr indent="0" marL="0">
              <a:buNone/>
            </a:pPr>
            <a:r>
              <a:rPr lang="en-US" sz="1250" i="1" dirty="0">
                <a:solidFill>
                  <a:srgbClr val="1B2440"/>
                </a:solidFill>
              </a:rPr>
              <a:t>draft the narrative, validate the query, keep every judgment human — especially where rights and health are at stake.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488"/>
                </a:solidFill>
              </a:rPr>
              <a:t>Sources: Axon 2025 (report-time framing)  ·  CDC Sep 2025 (TowerScout)  ·  EFF 2025 / J. Exp. Criminology 2024 (null-result RCT)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Public Safety / Public Health Case &amp; Report</dc:title>
  <dc:subject>PptxGenJS Presentation</dc:subject>
  <dc:creator>David Ryder</dc:creator>
  <cp:lastModifiedBy>David Ryder</cp:lastModifiedBy>
  <cp:revision>1</cp:revision>
  <dcterms:created xsi:type="dcterms:W3CDTF">2026-06-23T20:56:18Z</dcterms:created>
  <dcterms:modified xsi:type="dcterms:W3CDTF">2026-06-23T20:56:18Z</dcterms:modified>
</cp:coreProperties>
</file>