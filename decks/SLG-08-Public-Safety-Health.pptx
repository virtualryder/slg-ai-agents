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is your credibility flagship — the one stat in the whole library that is both government and peer-reviewed. Lead the entire customer conversation from TowerScout, then generalize the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CDC TowerScout: cooling-tower identification from 4 hours to 5 minutes, a 98% reduction, used in 12+ outbreak investigations across 8 states since 2021. Important honesty for your notes: the 98%/4-hr-to-5-min figure is footnoted by CDC as based on 'unpublished CDC studies' — the peer-reviewed Lancet Digital Health 2024 paper validates the detection model's accuracy, not the time savings. Keep those two claims distinct: cite 98% as a CDC operational claim and Lancet as the model-validation study. Still the strongest evidence you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sec] CIO: scarce specialist capacity versus surge demand — AI buys back expert hours when they're most valuable. CISO: this is detection and drafting support, never autonomous action; nothing is published without expert review. Architect: computer vision plus SageMaker for detection, Bedrock for triage and drafting.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[~70 sec] The gate matters enormously in this domain: findings are never auto-published, an expert validates and approves. For public safety especially, stress that the agent drafts documentation but the officer or investigator owns and edits the final record — and every model output plus the human decision is logged to WORM, which matters for evidentiary and FOIA purposes.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[~75 sec] Same governed backbone. For the CISO, emphasize audit immutability — in a public-safety context the chain of what the model produced versus what the human approved can become evidence. Reuse the JWT/least-privilege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[~75 sec] Per your direction, the counter-evidence lives here in the notes, not on the slide — but you MUST be ready to volunteer it, because a sharp CISO will ask. The honest picture on AI police report-writing: Axon's vendor trial in Leon County showed report time roughly halved (24.6 → 9.46 min), BUT a pre-registered randomized controlled trial in the Journal of Experimental Criminology (2024, n=85 officers, 755 reports, with a 6,084-report robustness check) found NO significant time savings, and Anchorage PD ran a 90-day Draft One trial and declined to keep it because review time ate the gains. So: lead with TowerScout (gov + peer-reviewed, unimpeachable); present document-drafting as promising but contested; and let that honesty make everything else you've said more believable. That intellectual integrity is exactly what earns a CISO's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Safety &amp; Public Health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investigation and response — governed, with human judgment intact,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9260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Architecture Leader   ·   github.com/virtualryder/slg-ai-agents   · 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4 HOURS TO 5 MINUTES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17556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&amp; Public Health Agent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accelerates the labor-intensive front end of public-health and public-safety work — identifying sites, triaging data, and drafting documentation — so experts spend their time deciding, not searching. Findings and reports are always human-reviewed.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hrs → 5 min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7899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cooling-tower identification with CDC's TowerScout (−98%)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 / 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9087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investigations across states aided by TowerScout since 2021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 + peer-reviewed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0275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The Lancet Digital Health (2024)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276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 ·   AI Strategy &amp; Architecture Leader   ·   github.com/virtualryder/slg-ai-agents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&amp; THE PROBLEM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Experts burn hours on manual search before the real work begins.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Public-health departments investigating outbreaks and public-safety agencies producing high volumes of documentation under time pressure and scarce specialist capacity.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live with 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sites of interest is slow, manual, and image-heavy.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race a clock while staff comb through data.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burden pulls specialists off the field.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events overwhelm fixed expert capacity.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STATUS QUO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257860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hours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287768" y="309067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manually identify cooling towers per area before AI (CDC)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362102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67588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87768" y="418795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investigations across 8 states needing faster triage (CDC)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471830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477316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Surge-bound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87768" y="528523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expert capacity vs. spiking investigation demand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CDC, Using AI to Improve Public Health Efficiency, 2025 (gov). See DECK-SOURCES.md.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WORKFLOW — GOVERNED,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→ triage → draft → human-review → log — speed at the front, judgment at the end.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sites of interest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surfaces candidate locations from imagery.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SageMaker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70296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728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187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314187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4187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187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cluster signals so experts start with the strongest leads.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4187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Guardrails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57293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1613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6205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5296205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6205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documentation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6205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draft report or summary for expert review.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96205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011619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5939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01A88D"/>
          </a:solidFill>
          <a:ln w="12700">
            <a:solidFill>
              <a:srgbClr val="0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0531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5053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A8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71739" y="2167128"/>
            <a:ext cx="11210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0531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50531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validates findings and approves any report.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50531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16594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4026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485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485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485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0485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inputs, model outputs and the human decision to WORM.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485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+ CloudTrail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22960" y="5166360"/>
            <a:ext cx="10515600" cy="868680"/>
          </a:xfrm>
          <a:prstGeom prst="roundRect">
            <a:avLst>
              <a:gd name="adj" fmla="val 6316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5358384"/>
            <a:ext cx="457200" cy="45720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0200" y="5230368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withheld in code until a human approves.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accelerates detection and drafting; an expert validates and approves. Findings are never auto-published.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REFERENCE ARCHITECTURE — BUILT FOR A REGULATED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and drafting acceleration with expert review on every finding and report.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147E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310896" cy="310896"/>
          </a:xfrm>
          <a:prstGeom prst="ellipse">
            <a:avLst/>
          </a:prstGeom>
          <a:solidFill>
            <a:srgbClr val="147E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/ Staff channel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phone · kiosk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150146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51314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2754" y="1691640"/>
            <a:ext cx="310896" cy="310896"/>
          </a:xfrm>
          <a:prstGeom prst="ellipse">
            <a:avLst/>
          </a:prstGeom>
          <a:solidFill>
            <a:srgbClr val="DD344C"/>
          </a:solidFill>
          <a:ln/>
        </p:spPr>
      </p:sp>
      <p:sp>
        <p:nvSpPr>
          <p:cNvPr id="12" name="Text 10"/>
          <p:cNvSpPr/>
          <p:nvPr/>
        </p:nvSpPr>
        <p:spPr>
          <a:xfrm>
            <a:off x="2442754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1042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1042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 + Shield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678501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79669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1109" y="1691640"/>
            <a:ext cx="310896" cy="310896"/>
          </a:xfrm>
          <a:prstGeom prst="ellipse">
            <a:avLst/>
          </a:prstGeom>
          <a:solidFill>
            <a:srgbClr val="8C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71109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89397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Cognito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9397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→ JWT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06855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08023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9463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99463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17751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7751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authorizer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735209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36377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7817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027817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6105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6105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· least privilege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263563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64731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01A8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6171" y="1691640"/>
            <a:ext cx="310896" cy="310896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36" name="Text 34"/>
          <p:cNvSpPr/>
          <p:nvPr/>
        </p:nvSpPr>
        <p:spPr>
          <a:xfrm>
            <a:off x="8556171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74459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Bedrock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74459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Strands/LangGraph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791918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93086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7AA1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84526" y="1691640"/>
            <a:ext cx="310896" cy="310896"/>
          </a:xfrm>
          <a:prstGeom prst="ellipse">
            <a:avLst/>
          </a:prstGeom>
          <a:solidFill>
            <a:srgbClr val="7AA116"/>
          </a:solidFill>
          <a:ln/>
        </p:spPr>
      </p:sp>
      <p:sp>
        <p:nvSpPr>
          <p:cNvPr id="42" name="Text 40"/>
          <p:cNvSpPr/>
          <p:nvPr/>
        </p:nvSpPr>
        <p:spPr>
          <a:xfrm>
            <a:off x="10084526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02814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→ action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02814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then tools + data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822960" y="32004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flow:  </a:t>
            </a:r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 to the agency IdP, which Amazon Cognito federates into a signed JWT. API Gateway validates the JWT; the MCP gateway re-validates the custom:slg_role claim and issues a scoped, time-boxed token so the agent can call only the tools that role is entitled to (agent grant ∩ user entitlement). Bedrock Guardrails filter every prompt and response; the consequential action is held at the human gate. Every step writes to CloudTrail and a WORM (S3 Object Lock) audit log.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822960" y="3886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REGULATED-ENVIRONMENT CONTROLS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0976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3502152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1" name="Text 49"/>
          <p:cNvSpPr/>
          <p:nvPr/>
        </p:nvSpPr>
        <p:spPr>
          <a:xfrm>
            <a:off x="3630168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30168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6181344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8860536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7" name="Text 55"/>
          <p:cNvSpPr/>
          <p:nvPr/>
        </p:nvSpPr>
        <p:spPr>
          <a:xfrm>
            <a:off x="8988552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988552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22960" y="57150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C3B4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57607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models:  </a:t>
            </a:r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(standalone) — each agent ships its own VPC, edge, Cognito, data and WORM audit stack, deployable by one CloudFormation/Terraform quickstart. Model B (+ Whole-of-Government) — adds shared canonical data, saga orchestration and a compliance event bus. GovCloud (US) uses the portable gateway path.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 the search; protect the judgment.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−98%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241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cooling-tower identification time, CDC TowerScout (4 hr → 5 min)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3118104"/>
            <a:ext cx="1662379" cy="256032"/>
          </a:xfrm>
          <a:prstGeom prst="rect">
            <a:avLst>
              <a:gd name="adj" fmla="val 14286"/>
            </a:avLst>
          </a:prstGeom>
          <a:solidFill>
            <a:srgbClr val="0E7C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+ PEER-REVIEWED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1960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76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~600×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3905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site identification per area, CDC TowerScout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3118104"/>
            <a:ext cx="987552" cy="256032"/>
          </a:xfrm>
          <a:prstGeom prst="rect">
            <a:avLst>
              <a:gd name="adj" fmla="val 14286"/>
            </a:avLst>
          </a:prstGeom>
          <a:solidFill>
            <a:srgbClr val="0E7C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1624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Half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569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report-writing time in a vendor police trial (evidence is mixed — see notes)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17408" y="3118104"/>
            <a:ext cx="1362456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3A4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76472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case: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front-end search collapses from hours to minutes, scarce experts investigate more, faster, during the window that matters most in an outbreak — without ceding a single judgment to the model. Lead with the government, peer-reviewed proof point; treat document-drafting claims as promising but contested.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tier. Vendor-reported vs. government/peer-reviewed sourcing in DECK-SOURCES.md. Improvement applied to a reference agency — not a guarantee.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2026-06-25T00:54:05Z</dcterms:created>
  <dcterms:modified xsi:type="dcterms:W3CDTF">2026-06-25T00:54:05Z</dcterms:modified>
</cp:coreProperties>
</file>