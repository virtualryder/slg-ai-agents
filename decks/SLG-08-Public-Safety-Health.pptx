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
SHOW: title and your name.
SAY: 'The most rights-sensitive agent — lead with restraint. AI drafts and validates; it never concludes. No probable cause, no dangerousness scores, no diagnoses, no enforcement.'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
SHOW: the 40% OF A SHIFT → MINUTES headline and three stat cards.
SAY: 'Officers spend up to 40% of time on reports. CDC's TowerScout cut cooling-tower identification from 4 hours to 5 minutes — 98%, gov and peer-reviewed. Present the mixed evidence honestly: Axon reports big savings, but a pre-registered RCT and Anchorage PD found no significant time savings.'
WHY VOLUNTEER THE NULL RESULT: 'In front of a CISO, owning the contradicting evidence is what earns trust.'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
SHOW: situation, need, constraint bar.
SAY: 'The constraint is the whole pitch: no probable cause, dangerousness, diagnosis, or enforcement by AI; CJI, PHI, and public data stay separated. CJIS v6.0 and HIPAA are non-negotiable.'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
SHOW: the pipeline; green gate is the officer/epidemiologist; trust cards.
SAY: 'Walk summarize → draft → validated query. Emphasize validated-SQL-only and that every conclusion is human.'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
SHOW: the architecture diagram; separate CJI/PHI/public environments.
SAY: 'Call out separate CJI/PHI/public environments, Lake Formation governance, and deterministic SQL validation before execution.'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
SHOW: outcomes band — note the on-slide RCT counter-evidence — cards, takeaway.
SAY: 'The flagship is CDC's −98% — gov and peer-reviewed. Axon's vendor-reported Leon County −61% and 2.2 million minutes saved. And I put the peer-reviewed null-result RCT right on the slide — that honesty is the point.'
TRADEOFF TALK TRACK: (1) AI never concludes — humans make every call, so rights and clinical decisions stay accountable; (2) validated SQL only — constrained to templates, but safe and correct with no open DB access; (3) separate CJI/PHI/public environments cost more to run but give isolation by construction. CLOSE: 'Draft the narrative, validate the query, keep every judgment human — especially where rights and health are at stake.'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summarizes incidents, drafts reports from approved source material, and turns plain-language questions into validated surveillance queries — without establishing probable cause or making diagnoses.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40% OF A SHIFT TO MINUTES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Narrative reporting and surveillance queries consume analyst and officer time. AI drafts from approved source material and validates queries — while humans own every consequential conclusion.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40%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officer time spent on report-writing (industry framing)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Axon,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~98%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faster public-health task: cooling-tower identification (4 hrs → 5 min)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CDC, Sep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evidence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AI report tools show large vendor savings AND null results in an RCT — present both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Axon 2025 / EFF 2025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Narrative-heavy work and query bottlenecks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Incident reports, call recordings, officer notes, lab data, investigations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Hours spent writing and structuring reports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Surveillance questions wait on scarce SQL expertise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Redaction and release for records requests is manual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reduce report-writing time and surveillance turnaround, and raise record completeness.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summarize from approved source, draft reports, and translate questions into validated SQL.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FBI CJIS v6.0, HIPAA/PHI separation — AI never establishes probable cause, diagnoses, or initiates enforcement.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AI never establishes probable cause, calculates dangerousness, diagnoses, or initiates enforcement; CJI/PHI/public data stay separated.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Summarize → draft → validated query; every conclusion stays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summarize / report / query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 source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approved narrative · lab data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/ query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report · validated SQL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CJI/PHI separation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officer / epidemiologist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report · query result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consequential AI calls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probable cause, dangerousness scoring, diagnosis, or enforcement — those are human, by design.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queries only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Surveillance SQL is validated deterministically before execution; no free-form DB access.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classes separated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CJI, PHI and public data run in separate environments (CJIS v6.0 / HIPAA).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−98%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cooling-tower ID, 4hr→5min (CDC)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−61%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report time, 24.6→9.46 min (Leon County)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2.2M min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saved across 100k+ reports (Axon)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RCT: null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 peer-reviewed RCT found no time saving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AI never concludes over end-to-end automation — no probable cause, dangerousness score, diagnosis, or enforcement. Cost: humans make every call; payoff: rights and clinical decisions stay with accountable people.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Validated SQL only over free-form model queries. Cost: queries constrained to validated templates; payoff: safe, correct surveillance with no open database access.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Separate CJI/PHI/public environments over a single data boundary. Cost: more environments to operate; payoff: CJIS v6.0 / HIPAA isolation by construction.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typology/protocol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Human-verified redaction for public release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incident-system + surveillance-DB connectors; eval baselines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draft the narrative, validate the query, keep every judgment human — especially where rights and health are at stake.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CDC + Lancet Digital Health 2024 — gov + PEER-REVIEWED (−98%, flagship stat)  ·  Axon 2025 — vendor-reported (Leon County −61%; 2.2M min)  ·  Counter-evidence: peer-reviewed RCT null result + Anchorage PD non-renewal (EFF 2025)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Safety / Public Health Case &amp; Report</dc:title>
  <dc:subject>PptxGenJS Presentation</dc:subject>
  <dc:creator>David Ryder</dc:creator>
  <cp:lastModifiedBy>David Ryder</cp:lastModifiedBy>
  <cp:revision>1</cp:revision>
  <dcterms:created xsi:type="dcterms:W3CDTF">2026-06-23T22:01:38Z</dcterms:created>
  <dcterms:modified xsi:type="dcterms:W3CDTF">2026-06-23T22:01:38Z</dcterms:modified>
</cp:coreProperties>
</file>