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This is your credibility flagship — the one stat in the whole library that is both government and peer-reviewed. Lead the entire customer conversation from TowerScout, then generalize the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CDC TowerScout: cooling-tower identification from 4 hours to 5 minutes, a 98% reduction, used in 12+ outbreak investigations across 8 states since 2021. Important honesty for your notes: the 98%/4-hr-to-5-min figure is footnoted by CDC as based on 'unpublished CDC studies' — the peer-reviewed Lancet Digital Health 2024 paper validates the detection model's accuracy, not the time savings. Keep those two claims distinct: cite 98% as a CDC operational claim and Lancet as the model-validation study. Still the strongest evidence you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[~50 sec] CIO: scarce specialist capacity versus surge demand — AI buys back expert hours when they're most valuable. CISO: this is detection and drafting support, never autonomous action; nothing is published without expert review. Architect: computer vision plus SageMaker for detection, Bedrock for triage and drafting.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[~70 sec] The gate matters enormously in this domain: findings are never auto-published, an expert validates and approves. For public safety especially, stress that the agent drafts documentation but the officer or investigator owns and edits the final record — and every model output plus the human decision is logged to WORM, which matters for evidentiary and FOIA purposes.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Same governed backbone. For the CISO, emphasize audit immutability — in a public-safety context the chain of what the model produced versus what the human approved can become evidence. Reuse the JWT/least-privilege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Per your direction, the counter-evidence lives here in the notes, not on the slide — but you MUST be ready to volunteer it, because a sharp CISO will ask. The honest picture on AI police report-writing: Axon's vendor trial in Leon County showed report time roughly halved (24.6 → 9.46 min), BUT a pre-registered randomized controlled trial in the Journal of Experimental Criminology (2024, n=85 officers, 755 reports, with a 6,084-report robustness check) found NO significant time savings, and Anchorage PD ran a 90-day Draft One trial and declined to keep it because review time ate the gains. So: lead with TowerScout (gov + peer-reviewed, unimpeachable); present document-drafting as promising but contested; and let that honesty make everything else you've said more believable. That intellectual integrity is exactly what earns a CISO's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Public Safety &amp; Public Health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investigation and response — governed, with human judgment intact,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4 HOURS TO 5 MINUTES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Safety &amp; Public Health Agent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accelerates the labor-intensive front end of public-health and public-safety work — identifying sites, triaging data, and drafting documentation — so experts spend their time deciding, not searching. Findings and reports are always human-reviewed.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hrs → 5 min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cooling-tower identification with CDC's TowerScout (−98%)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12+ / 8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 investigations across states aided by TowerScout since 2021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 + peer-reviewed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in The Lancet Digital Health (2024)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Experts burn hours on manual search before the real work begins.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Public-health departments investigating outbreaks and public-safety agencies producing high volumes of documentation under time pressure and scarce specialist capacity.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sites of interest is slow, manual, and image-heavy.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race a clock while staff comb through data.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burden pulls specialists off the field.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events overwhelm fixed expert capacity.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hours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manually identify cooling towers per area before AI (CDC)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12+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 investigations across 8 states needing faster triage (CDC)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Surge-bound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expert capacity vs. spiking investigation demand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CDC, Using AI to Improve Public Health Efficiency, 2025 (gov).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 → triage → draft → human-review → log — speed at the front, judgment at the end.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sites of interest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surfaces candidate locations from imagery.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SageMaker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the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and cluster signals so experts start with the strongest leads.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documentation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draft report or summary for expert review.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Bases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expert validates findings and approves any report.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inputs, model outputs and the human decision to WORM.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accelerates detection and drafting; an expert validates and approves. Findings are never auto-published.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 and drafting acceleration with expert review on every finding and report.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 the search; protect the judgment.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−98%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cooling-tower identification time, CDC TowerScout (4 hr → 5 min)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1662379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 + PEER-REVIEWED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~600×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site identification per area, CDC TowerScout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987552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report-writing time in a vendor police trial (evidence is mixed — see notes)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front-end search collapses from hours to minutes, scarce experts investigate more, faster, during the window that matters most in an outbreak — without ceding a single judgment to the model. Lead with the government, peer-reviewed proof point; treat document-drafting claims as promising but contested.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2026-06-25T00:54:05Z</dcterms:created>
  <dcterms:modified xsi:type="dcterms:W3CDTF">2026-06-25T00:54:05Z</dcterms:modified>
</cp:coreProperties>
</file>