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3716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92608"/>
            <a:ext cx="749808" cy="402336"/>
          </a:xfrm>
          <a:prstGeom prst="roundRect">
            <a:avLst>
              <a:gd name="adj" fmla="val 9091"/>
            </a:avLst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92608"/>
            <a:ext cx="7498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53312" y="310896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  ·  GOVERNED,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Whole-of-Government Orchestration Platform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7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50 SILOS TO ONE GOVERNED LAYER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platform that gives every agent governed tool access, canonical data, durable cross-agency workflow coordination, and a compliance event trail — so a resident's life event is handled once, across agencies, with consent and audit built in. The hard part isn't the agents; it's governing what they're allowed to do.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2953512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pilots are everywhere; funded, governed production is rare.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agency builds its own tool access, identity and audit — inconsistently.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and siloed data block cross-agency service.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repeat themselves to every agency for one life event.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0080" y="5065776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vs 25%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piloting GenAI vs. funded to scale it — the pilot trap (NASCIO 2025)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$100B+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government IT spend, ~80% operating legacy systems (GAO)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95928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SOLUTION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78808" y="33284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4178808" y="33284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44568" y="3310128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tool access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4178808" y="380390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4178808" y="38039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44568" y="3785616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data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4178808" y="42793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3" name="Text 21"/>
          <p:cNvSpPr/>
          <p:nvPr/>
        </p:nvSpPr>
        <p:spPr>
          <a:xfrm>
            <a:off x="4178808" y="4279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44568" y="426110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the saga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4178808" y="4754880"/>
            <a:ext cx="274320" cy="27432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26" name="Text 24"/>
          <p:cNvSpPr/>
          <p:nvPr/>
        </p:nvSpPr>
        <p:spPr>
          <a:xfrm>
            <a:off x="4178808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44568" y="4736592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 </a:t>
            </a:r>
            <a:pPr indent="0" marL="0">
              <a:buNone/>
            </a:pPr>
            <a:r>
              <a:rPr lang="en-US" sz="970" i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 gate)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4178808" y="523036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9" name="Text 27"/>
          <p:cNvSpPr/>
          <p:nvPr/>
        </p:nvSpPr>
        <p:spPr>
          <a:xfrm>
            <a:off x="4178808" y="52303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44568" y="5212080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events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4178808" y="553212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declarative life-event templates (moving, job loss, new business, disaster, bereavement) run on this layer.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457200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720840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 High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 + KBs authorized; DoD IL-4/5 in GovCloud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" y="7232904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agents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library already run on the same governed layer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7744968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life events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moving, job loss, new business, disaster, bereavement — declarative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" y="8257032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case: </a:t>
            </a:r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governance once and every future agent inherits identity, least privilege, canonical data, audit and human gates on day one. That's how a CIO escapes the pilot trap: not more pilots, but a paved road to funded, compliant production — and a resident experience that finally feels like one government.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995928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60520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178808" y="6720840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4178808" y="7251192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4178808" y="7781544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4178808" y="8311896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57200" y="9144000"/>
            <a:ext cx="6858000" cy="45720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" y="9144000"/>
            <a:ext cx="6528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</a:t>
            </a:r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(own VPC/edge/identity/data/WORM audit) or + Whole-of-Government layer. Full CloudFormation + Terraform parity, commercial &amp; GovCloud (US).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457200" y="9692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·  AI Strategy &amp; Architecture Leader  ·  github.com/virtualryder/slg-ai-agents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57200" y="987552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tier; full citations in decks/DECK-SOURCES.md. Applied to a reference agency — not a guarantee.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2026-06-25T00:59:25Z</dcterms:created>
  <dcterms:modified xsi:type="dcterms:W3CDTF">2026-06-25T00:59:25Z</dcterms:modified>
</cp:coreProperties>
</file>