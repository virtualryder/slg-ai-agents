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Whole-of-Government Orchestration Platform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50 SILOS TO ONE GOVERNED LAYER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platform that gives every agent governed tool access, canonical data, durable cross-agency workflow coordination, and a compliance event trail — so a resident's life event is handled once, across agencies, with consent and audit built in. The hard part isn't the agents; it's governing what they're allowed to 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pilots are everywhere; funded, governed production is rare.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agency builds its own tool access, identity and audit — inconsistently.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and siloed data block cross-agency service.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repeat themselves to every agency for one life event.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vs 25%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piloting GenAI vs. funded to scale it — the pilot trap (NASCIO 2025)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$100B+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government IT spend, ~80% operating legacy systems (GAO)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tool access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saga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events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declarative life-event templates (moving, job loss, new business, disaster, bereavement) run on this layer.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 High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Guardrails + KBs authorized; DoD IL-4/5 in GovCloud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library already run on the same governed layer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life events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moving, job loss, new business, disaster, bereavement — declarative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governance once and every future agent inherits identity, least privilege, canonical data, audit and human gates on day one. That's how a CIO escapes the pilot trap: not more pilots, but a paved road to funded, compliant production — and a resident experience that finally feels like one government.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  <p:sp>
        <p:nvSpPr>
          <p:cNvPr id="48" name="TextBox 47"/>
          <p:cNvSpPr txBox="1"/>
          <p:nvPr/>
        </p:nvSpPr>
        <p:spPr>
          <a:xfrm>
            <a:off x="274320" y="9555480"/>
            <a:ext cx="722376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7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 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2026-06-25T00:59:25Z</dcterms:created>
  <dcterms:modified xsi:type="dcterms:W3CDTF">2026-06-25T00:59:25Z</dcterms:modified>
</cp:coreProperties>
</file>