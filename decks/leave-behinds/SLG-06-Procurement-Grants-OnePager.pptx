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Procurement &amp; Grants Drafting Agent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57-DAY RFP CYCLES TO FASTER, BETTER-WRITTEN AWARDS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drafts solicitations, checks them for completeness before they post, and assembles evaluation materials — compressing the writing burden — while award decisions stay with human evaluators and the audit trail stays intact.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solicitation consumes dozens of staff hours.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stretch to two months from posting to award.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RFPs draw only a few bids, weakening competition.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evaluation is hard to keep consistent and auditable.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days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RFP cycle, posting to award (Euna analysis of 6,000+ RFPs)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hrs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staff effort per RFP project (Euna / NCPP 2024 data)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solicitation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posting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evaluation aids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awards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and organizes; humans evaluate and award. Award is withheld in code.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$6.8B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inefficiencies flagged by Oklahoma OMES procurement AI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spend, 60 days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Oklahoma reviewed all state procurement vs. ~8 audits/year before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hrs / week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per worker in Pennsylvania's AI pilot (procurement a named use case)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states are turning AI on procurement into hard dollars: Oklahoma flagged $6.8B in inefficiencies and reviewed all state spend in 60 days. This agent applies the same governed pattern to the writing burden — faster, more complete solicitations and more competition — while evaluation and award stay human and every version is logged for protest defense.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2026-06-25T00:55:45Z</dcterms:created>
  <dcterms:modified xsi:type="dcterms:W3CDTF">2026-06-25T00:55:45Z</dcterms:modified>
</cp:coreProperties>
</file>