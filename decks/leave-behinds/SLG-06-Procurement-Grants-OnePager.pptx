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3716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292608"/>
            <a:ext cx="749808" cy="402336"/>
          </a:xfrm>
          <a:prstGeom prst="roundRect">
            <a:avLst>
              <a:gd name="adj" fmla="val 9091"/>
            </a:avLst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92608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53312" y="310896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SLG AGENTIC AI REFERENCE LIBRARY  ·  GOVERNED,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Procurement &amp; Grants Drafting Agent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51790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7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57-DAY RFP CYCLES TO FASTER, BETTER-WRITTEN AWARDS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drafts solicitations, checks them for completeness before they post, and assembles evaluation materials — compressing the writing burden — while award decisions stay with human evaluators and the audit trail stays intact.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3319272" cy="3246120"/>
          </a:xfrm>
          <a:prstGeom prst="roundRect">
            <a:avLst>
              <a:gd name="adj" fmla="val 1972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2980944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310128"/>
            <a:ext cx="295351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a solicitation consumes dozens of staff hours.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stretch to two months from posting to award.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RFPs draw only a few bids, weakening competition.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evaluation is hard to keep consistent and auditable.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640080" y="5065776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73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days  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RFP cycle, posting to award (Euna analysis of 6,000+ RFPs)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577840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73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hrs  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staff effort per RFP project (Euna / NCPP 2024 data)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95928" y="2852928"/>
            <a:ext cx="3319272" cy="3246120"/>
          </a:xfrm>
          <a:prstGeom prst="roundRect">
            <a:avLst>
              <a:gd name="adj" fmla="val 1972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160520" y="2980944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SOLUTION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78808" y="3328416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178808" y="33284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44568" y="331012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solicitation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4178808" y="3803904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178808" y="38039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44568" y="378561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before posting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4178808" y="4279392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178808" y="4279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44568" y="426110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evaluation aids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4178808" y="4754880"/>
            <a:ext cx="274320" cy="274320"/>
          </a:xfrm>
          <a:prstGeom prst="ellipse">
            <a:avLst/>
          </a:prstGeom>
          <a:solidFill>
            <a:srgbClr val="01A88D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178808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44568" y="473659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awards  </a:t>
            </a:r>
            <a:pPr indent="0" marL="0">
              <a:buNone/>
            </a:pPr>
            <a:r>
              <a:rPr lang="en-US" sz="970" i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(human gate)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4178808" y="5230368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178808" y="5230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44568" y="521208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&amp; audit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4178808" y="5532120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drafts and organizes; humans evaluate and award. Award is withheld in code.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457200" y="6263640"/>
            <a:ext cx="3319272" cy="2743200"/>
          </a:xfrm>
          <a:prstGeom prst="roundRect">
            <a:avLst>
              <a:gd name="adj" fmla="val 2333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21792" y="6391656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720840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$6.8B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inefficiencies flagged by Oklahoma OMES procurement AI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7232904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spend, 60 days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Oklahoma reviewed all state procurement vs. ~8 audits/year before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7744968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hrs / week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worker in Pennsylvania's AI pilot (procurement a named use case)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8257032"/>
            <a:ext cx="29535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case: </a:t>
            </a:r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states are turning AI on procurement into hard dollars: Oklahoma flagged $6.8B in inefficiencies and reviewed all state spend in 60 days. This agent applies the same governed pattern to the writing burden — faster, more complete solicitations and more competition — while evaluation and award stay human and every version is logged for protest defense.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3995928" y="6263640"/>
            <a:ext cx="3319272" cy="2743200"/>
          </a:xfrm>
          <a:prstGeom prst="roundRect">
            <a:avLst>
              <a:gd name="adj" fmla="val 2333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160520" y="6391656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178808" y="6720840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least privilege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+ custom:slg_role; deny-by-default MCP gateway; effective scope = agent grant ∩ user entitlement.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4178808" y="7251192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before inference; KMS encryption; S3 Object Lock (WORM) audit; private VPC + Bedrock VPC endpoint.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4178808" y="7781544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 &amp; HITL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Guardrails; grounded, cited answers; consequential action withheld in code until a human approves.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4178808" y="8311896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FedRAMP High + DoD IL-4/5 in GovCloud; CJIS / IRS-1075 alignment; CloudTrail; ADA WCAG 2.1 AA.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457200" y="9144000"/>
            <a:ext cx="6858000" cy="45720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21792" y="9144000"/>
            <a:ext cx="6528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</a:t>
            </a:r>
            <a:pPr indent="0" marL="0">
              <a:lnSpc>
                <a:spcPct val="98000"/>
              </a:lnSpc>
              <a:buNone/>
            </a:pPr>
            <a:r>
              <a:rPr lang="en-US" sz="83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(own VPC/edge/identity/data/WORM audit) or + Whole-of-Government layer. Full CloudFormation + Terraform parity, commercial &amp; GovCloud (US).</a:t>
            </a:r>
            <a:endParaRPr lang="en-US" sz="830" dirty="0"/>
          </a:p>
        </p:txBody>
      </p:sp>
      <p:sp>
        <p:nvSpPr>
          <p:cNvPr id="46" name="Text 44"/>
          <p:cNvSpPr/>
          <p:nvPr/>
        </p:nvSpPr>
        <p:spPr>
          <a:xfrm>
            <a:off x="457200" y="96926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Ryder  ·  AI Strategy &amp; Architecture Leader  ·  github.com/virtualryder/slg-ai-agents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457200" y="98755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documented outcomes from named deployments, labeled by evidence tier; full citations in decks/DECK-SOURCES.md. Applied to a reference agency — not a guarantee.</a:t>
            </a:r>
            <a:endParaRPr lang="en-US" sz="700" dirty="0"/>
          </a:p>
        </p:txBody>
      </p:sp>
      <p:sp>
        <p:nvSpPr>
          <p:cNvPr id="48" name="TextBox 47"/>
          <p:cNvSpPr txBox="1"/>
          <p:nvPr/>
        </p:nvSpPr>
        <p:spPr>
          <a:xfrm>
            <a:off x="274320" y="9555480"/>
            <a:ext cx="722376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700" i="1">
                <a:solidFill>
                  <a:srgbClr val="879296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 Built on AWS; not affiliated with or endorsed by Amazon Web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2026-06-25T00:55:45Z</dcterms:created>
  <dcterms:modified xsi:type="dcterms:W3CDTF">2026-06-25T00:55:45Z</dcterms:modified>
</cp:coreProperties>
</file>