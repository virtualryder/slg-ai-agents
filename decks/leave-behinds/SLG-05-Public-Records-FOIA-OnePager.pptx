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37160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292608"/>
            <a:ext cx="749808" cy="402336"/>
          </a:xfrm>
          <a:prstGeom prst="roundRect">
            <a:avLst>
              <a:gd name="adj" fmla="val 9091"/>
            </a:avLst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292608"/>
            <a:ext cx="7498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53312" y="310896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  ·  GOVERNED,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Public Records &amp; FOIA Response Agent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517904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D7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A 267,056-REQUEST BACKLOG TO SECONDS OF SEARCH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searches records, proposes redactions with cited exemptions, and assembles response packages — turning hours of manual review into seconds — while a records officer reviews and authorizes every release.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852928"/>
            <a:ext cx="3319272" cy="3246120"/>
          </a:xfrm>
          <a:prstGeom prst="roundRect">
            <a:avLst>
              <a:gd name="adj" fmla="val 1972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1792" y="2980944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3310128"/>
            <a:ext cx="2953512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Backlogs grow as requests outpace staff capacity.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is slow, manual, and unforgiving of error.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sit across systems with no unified search.</a:t>
            </a:r>
            <a:endParaRPr lang="en-US" sz="97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7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Statutory clocks run while reviewers work line by line.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640080" y="5065776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C73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267,056  </a:t>
            </a:r>
            <a:pPr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backlogged requests, up 33% over the prior year (DOJ OIP, FY2024)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577840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C73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$723.4M  </a:t>
            </a:r>
            <a:pPr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government-wide FOIA cost in FY2024 (DOJ OIP)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995928" y="2852928"/>
            <a:ext cx="3319272" cy="3246120"/>
          </a:xfrm>
          <a:prstGeom prst="roundRect">
            <a:avLst>
              <a:gd name="adj" fmla="val 1972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160520" y="2980944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SOLUTION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178808" y="3328416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178808" y="33284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44568" y="3310128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records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4178808" y="3803904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178808" y="38039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44568" y="3785616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redactions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4178808" y="4279392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178808" y="4279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44568" y="426110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the package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4178808" y="4754880"/>
            <a:ext cx="274320" cy="274320"/>
          </a:xfrm>
          <a:prstGeom prst="ellipse">
            <a:avLst/>
          </a:prstGeom>
          <a:solidFill>
            <a:srgbClr val="01A88D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178808" y="4754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44568" y="4736592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E7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authorizes release  </a:t>
            </a:r>
            <a:pPr indent="0" marL="0">
              <a:buNone/>
            </a:pPr>
            <a:r>
              <a:rPr lang="en-US" sz="970" i="1" dirty="0">
                <a:solidFill>
                  <a:srgbClr val="0E7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(human gate)</a:t>
            </a:r>
            <a:endParaRPr lang="en-US" sz="970" dirty="0"/>
          </a:p>
        </p:txBody>
      </p:sp>
      <p:sp>
        <p:nvSpPr>
          <p:cNvPr id="28" name="Shape 26"/>
          <p:cNvSpPr/>
          <p:nvPr/>
        </p:nvSpPr>
        <p:spPr>
          <a:xfrm>
            <a:off x="4178808" y="5230368"/>
            <a:ext cx="274320" cy="2743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178808" y="52303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44568" y="5212080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  </a:t>
            </a:r>
            <a:pPr indent="0" marL="0">
              <a:buNone/>
            </a:pPr>
            <a:endParaRPr lang="en-US" sz="970" dirty="0"/>
          </a:p>
        </p:txBody>
      </p:sp>
      <p:sp>
        <p:nvSpPr>
          <p:cNvPr id="31" name="Text 29"/>
          <p:cNvSpPr/>
          <p:nvPr/>
        </p:nvSpPr>
        <p:spPr>
          <a:xfrm>
            <a:off x="4178808" y="5532120"/>
            <a:ext cx="29535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proposes; a records officer disposes. No record is released until a human authorizes it.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457200" y="6263640"/>
            <a:ext cx="3319272" cy="2743200"/>
          </a:xfrm>
          <a:prstGeom prst="roundRect">
            <a:avLst>
              <a:gd name="adj" fmla="val 2333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21792" y="6391656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ROI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0080" y="6720840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→ seconds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county records search with Kofile on AWS, 3,000+ counties served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" y="7232904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faster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automation, CaseGuard (vendor claim)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" y="7744968"/>
            <a:ext cx="295351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3,000+  </a:t>
            </a:r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county governments already modernizing records search on AWS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" y="8257032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case: </a:t>
            </a:r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Backlogs and statutory-deadline risk are the exposure. Compressing search and first-pass redaction from hours to seconds lets a fixed team clear far more requests on time — while a records officer still authorizes every release, so speed never becomes an unauthorized disclosure.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3995928" y="6263640"/>
            <a:ext cx="3319272" cy="2743200"/>
          </a:xfrm>
          <a:prstGeom prst="roundRect">
            <a:avLst>
              <a:gd name="adj" fmla="val 2333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160520" y="6391656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178808" y="6720840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780" dirty="0"/>
          </a:p>
        </p:txBody>
      </p:sp>
      <p:sp>
        <p:nvSpPr>
          <p:cNvPr id="41" name="Text 39"/>
          <p:cNvSpPr/>
          <p:nvPr/>
        </p:nvSpPr>
        <p:spPr>
          <a:xfrm>
            <a:off x="4178808" y="7251192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4178808" y="7781544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780" dirty="0"/>
          </a:p>
        </p:txBody>
      </p:sp>
      <p:sp>
        <p:nvSpPr>
          <p:cNvPr id="43" name="Text 41"/>
          <p:cNvSpPr/>
          <p:nvPr/>
        </p:nvSpPr>
        <p:spPr>
          <a:xfrm>
            <a:off x="4178808" y="8311896"/>
            <a:ext cx="295351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 —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57200" y="9144000"/>
            <a:ext cx="6858000" cy="457200"/>
          </a:xfrm>
          <a:prstGeom prst="roundRect">
            <a:avLst>
              <a:gd name="adj" fmla="val 10000"/>
            </a:avLst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21792" y="9144000"/>
            <a:ext cx="65288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</a:t>
            </a:r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(own VPC/edge/identity/data/WORM audit) or + Whole-of-Government layer. Full CloudFormation + Terraform parity, commercial &amp; GovCloud (US).</a:t>
            </a:r>
            <a:endParaRPr lang="en-US" sz="830" dirty="0"/>
          </a:p>
        </p:txBody>
      </p:sp>
      <p:sp>
        <p:nvSpPr>
          <p:cNvPr id="46" name="Text 44"/>
          <p:cNvSpPr/>
          <p:nvPr/>
        </p:nvSpPr>
        <p:spPr>
          <a:xfrm>
            <a:off x="457200" y="969264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·  AI Strategy &amp; Architecture Leader  ·  github.com/virtualryder/slg-ai-agents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57200" y="987552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tier; full citations in decks/DECK-SOURCES.md. Applied to a reference agency — not a guarantee.</a:t>
            </a:r>
            <a:endParaRPr lang="en-US" sz="700" dirty="0"/>
          </a:p>
        </p:txBody>
      </p:sp>
      <p:sp>
        <p:nvSpPr>
          <p:cNvPr id="48" name="TextBox 47"/>
          <p:cNvSpPr txBox="1"/>
          <p:nvPr/>
        </p:nvSpPr>
        <p:spPr>
          <a:xfrm>
            <a:off x="274320" y="9555480"/>
            <a:ext cx="7223760" cy="4114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7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 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2026-06-25T00:55:44Z</dcterms:created>
  <dcterms:modified xsi:type="dcterms:W3CDTF">2026-06-25T00:55:44Z</dcterms:modified>
</cp:coreProperties>
</file>