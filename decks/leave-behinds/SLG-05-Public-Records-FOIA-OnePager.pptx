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3716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749808" cy="402336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53312" y="31089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  ·  GOVERNED,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Records &amp; FOIA Response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7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 267,056-REQUEST BACKLOG TO SECONDS OF SEARCH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searches records, proposes redactions with cited exemptions, and assembles response packages — turning hours of manual review into seconds — while a records officer reviews and authorizes every release.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2953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 grow as requests outpace staff capacity.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is slow, manual, and unforgiving of error.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sit across systems with no unified search.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clocks run while reviewers work line by line.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40080" y="5065776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267,056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backlogged requests, up 33% over the prior year (DOJ OIP, FY2024)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$723.4M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government-wide FOIA cost in FY2024 (DOJ OIP)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95928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SOLUTION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78808" y="3328416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4178808" y="3328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331012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records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178808" y="3803904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4178808" y="3803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4568" y="37856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redactions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178808" y="4279392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3" name="Text 21"/>
          <p:cNvSpPr/>
          <p:nvPr/>
        </p:nvSpPr>
        <p:spPr>
          <a:xfrm>
            <a:off x="4178808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426110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package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178808" y="4754880"/>
            <a:ext cx="274320" cy="274320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26" name="Text 24"/>
          <p:cNvSpPr/>
          <p:nvPr/>
        </p:nvSpPr>
        <p:spPr>
          <a:xfrm>
            <a:off x="4178808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47365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authorizes release  </a:t>
            </a:r>
            <a:pPr indent="0" marL="0">
              <a:buNone/>
            </a:pPr>
            <a:r>
              <a:rPr lang="en-US" sz="970" i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gate)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4178808" y="5230368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9" name="Text 27"/>
          <p:cNvSpPr/>
          <p:nvPr/>
        </p:nvSpPr>
        <p:spPr>
          <a:xfrm>
            <a:off x="4178808" y="5230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44568" y="521208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audit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4178808" y="553212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proposes; a records officer disposes. No record is released until a human authorizes it.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57200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720840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→ seconds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records search with Kofile on AWS, 3,000+ counties served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7232904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faster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automation, CaseGuard (vendor claim)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7744968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governments already modernizing records search on AWS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8257032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case: </a:t>
            </a:r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 and statutory-deadline risk are the exposure. Compressing search and first-pass redaction from hours to seconds lets a fixed team clear far more requests on time — while a records officer still authorizes every release, so speed never becomes an unauthorized disclosure.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995928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78808" y="672084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178808" y="7251192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178808" y="7781544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178808" y="8311896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57200" y="914400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" y="9144000"/>
            <a:ext cx="6528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lnSpc>
                <a:spcPct val="98000"/>
              </a:lnSpc>
              <a:buNone/>
            </a:pPr>
            <a:r>
              <a:rPr lang="en-US" sz="8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(own VPC/edge/identity/data/WORM audit) or + Whole-of-Government layer. Full CloudFormation + Terraform parity, commercial &amp; GovCloud (US).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457200" y="96926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·  AI Strategy &amp; Architecture Leader  ·  github.com/virtualryder/slg-ai-agents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57200" y="98755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tier; full citations in decks/DECK-SOURCES.md. Applied to a reference agency — not a guarantee.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2026-06-25T00:55:44Z</dcterms:created>
  <dcterms:modified xsi:type="dcterms:W3CDTF">2026-06-25T00:55:44Z</dcterms:modified>
</cp:coreProperties>
</file>