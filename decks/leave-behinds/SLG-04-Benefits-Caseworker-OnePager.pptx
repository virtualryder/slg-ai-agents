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&amp; HHS Caseworker Copilot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TO MINUTES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copilot that prescreens eligibility, drafts notices, explains requirements to applicants, and surfaces the documents a case is missing — so fewer people lose coverage over paperwork. Every adjudication stays a human decision.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coverage losses are procedural — missed forms, not actual ineligibility.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error rates carry federal corrective-action consequences.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centers back up; applicants give up before reaching a human.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Caseworkers spend time chasing documents instead of adjudicating.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10.93%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payment error rate; 44 states required to file corrective plans (USDA)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unwinding disenrollments procedural, not eligibility (KFF, Sept 2024)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eligibility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 the applicant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work product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adjudicates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and draft are automated; adjudication is withheld in code until a caseworker decides.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→ ~5 min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draft an unemployment-appeal ruling, Nevada DETR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&gt;10,000 → cleared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appeals backlog targeted by AI triage, Nevada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993,141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handled by Georgia DOL's 'George' assistant, 97% routed accurately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coverage losses are procedural, the highest-ROI move isn't stricter review — it's helping eligible people complete their paperwork. Faster prescreening and drafting clear backlogs and reduce error-driven federal penalties, while a human still owns every benefit decision.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  <p:sp>
        <p:nvSpPr>
          <p:cNvPr id="48" name="TextBox 47"/>
          <p:cNvSpPr txBox="1"/>
          <p:nvPr/>
        </p:nvSpPr>
        <p:spPr>
          <a:xfrm>
            <a:off x="274320" y="9555480"/>
            <a:ext cx="722376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7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2026-06-25T00:55:44Z</dcterms:created>
  <dcterms:modified xsi:type="dcterms:W3CDTF">2026-06-25T00:55:44Z</dcterms:modified>
</cp:coreProperties>
</file>