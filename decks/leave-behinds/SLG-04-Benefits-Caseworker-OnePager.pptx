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749808" cy="402336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53312" y="31089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  ·  GOVERNED,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&amp; HHS Caseworker Copilot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7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HOURS TO MINUTES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caseworker copilot that prescreens eligibility, drafts notices, explains requirements to applicants, and surfaces the documents a case is missing — so fewer people lose coverage over paperwork. Every adjudication stays a human decision.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295351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coverage losses are procedural — missed forms, not actual ineligibility.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error rates carry federal corrective-action consequences.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centers back up; applicants give up before reaching a human.</a:t>
            </a:r>
            <a:endParaRPr lang="en-US" sz="97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Caseworkers spend time chasing documents instead of adjudicating.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640080" y="5065776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10.93%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FY2024 payment error rate; 44 states required to file corrective plans (USDA)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7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 </a:t>
            </a:r>
            <a:pPr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unwinding disenrollments procedural, not eligibility (KFF, Sept 2024)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95928" y="2852928"/>
            <a:ext cx="3319272" cy="3246120"/>
          </a:xfrm>
          <a:prstGeom prst="roundRect">
            <a:avLst>
              <a:gd name="adj" fmla="val 1972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80944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SOLUTION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328416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4178808" y="3328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31012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Prescreen eligibility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78808" y="3803904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4178808" y="3803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4568" y="37856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the applicant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178808" y="4279392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4178808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6110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work product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178808" y="4754880"/>
            <a:ext cx="274320" cy="27432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473659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adjudicates  </a:t>
            </a:r>
            <a:pPr indent="0" marL="0">
              <a:buNone/>
            </a:pPr>
            <a:r>
              <a:rPr lang="en-US" sz="970" i="1" dirty="0">
                <a:solidFill>
                  <a:srgbClr val="0E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gate)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178808" y="5230368"/>
            <a:ext cx="274320" cy="2743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4178808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44568" y="521208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  </a:t>
            </a:r>
            <a:pPr indent="0" marL="0">
              <a:buNone/>
            </a:pP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4178808" y="5532120"/>
            <a:ext cx="29535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Prescreen and draft are automated; adjudication is withheld in code until a caseworker decides.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57200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720840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→ ~5 min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draft an unemployment-appeal ruling, Nevada DETR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7232904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&gt;10,000 → cleared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backlog targeted by AI triage, Nevada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7744968"/>
            <a:ext cx="2953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993,141  </a:t>
            </a:r>
            <a:pPr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handled by Georgia DOL's 'George' assistant, 97% routed accurately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8257032"/>
            <a:ext cx="2953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case: </a:t>
            </a:r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most coverage losses are procedural, the highest-ROI move isn't stricter review — it's helping eligible people complete their paperwork. Faster prescreening and drafting clear backlogs and reduce error-driven federal penalties, while a human still owns every benefit decision.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995928" y="6263640"/>
            <a:ext cx="3319272" cy="2743200"/>
          </a:xfrm>
          <a:prstGeom prst="roundRect">
            <a:avLst>
              <a:gd name="adj" fmla="val 2333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6391656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78808" y="6720840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178808" y="7251192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178808" y="7781544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178808" y="8311896"/>
            <a:ext cx="295351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— </a:t>
            </a:r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57200" y="914400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9144000"/>
            <a:ext cx="6528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lnSpc>
                <a:spcPct val="98000"/>
              </a:lnSpc>
              <a:buNone/>
            </a:pPr>
            <a:r>
              <a:rPr lang="en-US" sz="8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(own VPC/edge/identity/data/WORM audit) or + Whole-of-Government layer. Full CloudFormation + Terraform parity, commercial &amp; GovCloud (US).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457200" y="969264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·  AI Strategy &amp; Architecture Leader  ·  github.com/virtualryder/slg-ai-agents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57200" y="98755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tier; full citations in decks/DECK-SOURCES.md. Applied to a reference agency — not a guarantee.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2026-06-25T00:55:44Z</dcterms:created>
  <dcterms:modified xsi:type="dcterms:W3CDTF">2026-06-25T00:55:44Z</dcterms:modified>
</cp:coreProperties>
</file>