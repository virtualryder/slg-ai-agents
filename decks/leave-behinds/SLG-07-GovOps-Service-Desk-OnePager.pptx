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3716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749808" cy="402336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53312" y="31089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  ·  GOVERNED,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GovOps IT Service Desk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7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TICKET QUEUES TO 75% SELF-RESOLVED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IT agent that answers common employee questions, resets and unblocks the routine cases, and prepares higher-risk runbooks for an engineer to execute — so staff get help instantly and engineers focus on real incidents. High-risk actions require an approver.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2953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share of tickets are routine, repetitive, and self-resolvable.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consume the budget just to keep running.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resolution drags as queues build.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engineers are pulled onto tier-1 work.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40080" y="5065776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$100B+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federal IT spend; ~80% on operations &amp; maintenance (GAO, 2025)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legacy systems flagged; most on outdated languages (GAO)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95928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SOLUTION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78808" y="3328416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4178808" y="3328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331012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178808" y="3803904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4178808" y="3803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4568" y="37856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safe cases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178808" y="4279392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3" name="Text 21"/>
          <p:cNvSpPr/>
          <p:nvPr/>
        </p:nvSpPr>
        <p:spPr>
          <a:xfrm>
            <a:off x="4178808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426110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runbook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178808" y="4754880"/>
            <a:ext cx="274320" cy="274320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26" name="Text 24"/>
          <p:cNvSpPr/>
          <p:nvPr/>
        </p:nvSpPr>
        <p:spPr>
          <a:xfrm>
            <a:off x="4178808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47365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 runs high-risk  </a:t>
            </a:r>
            <a:pPr indent="0" marL="0">
              <a:buNone/>
            </a:pPr>
            <a:r>
              <a:rPr lang="en-US" sz="970" i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gate)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4178808" y="5230368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9" name="Text 27"/>
          <p:cNvSpPr/>
          <p:nvPr/>
        </p:nvSpPr>
        <p:spPr>
          <a:xfrm>
            <a:off x="4178808" y="5230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44568" y="521208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audit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4178808" y="553212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is automated; privileged change requires an entitled approver. The desk role can't self-authorize.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57200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720840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queries resolved by the assistant itself, IBM AskIT (133k+ users)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7232904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&gt;10%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 with ServiceNow ITSM AI/ML (Microsoft internal)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7744968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for novice agents with a gen-AI copilot (QJE 2025)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8257032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case: </a:t>
            </a:r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Deflecting the routine three-quarters of tickets returns skilled engineering hours to incidents and modernization — the work that actually reduces the 80% legacy-operations tax. The newest staff get the biggest boost, shortening ramp and cutting turnover cost.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995928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78808" y="672084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178808" y="7251192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178808" y="7781544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178808" y="8311896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57200" y="914400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" y="9144000"/>
            <a:ext cx="6528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lnSpc>
                <a:spcPct val="98000"/>
              </a:lnSpc>
              <a:buNone/>
            </a:pPr>
            <a:r>
              <a:rPr lang="en-US" sz="8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(own VPC/edge/identity/data/WORM audit) or + Whole-of-Government layer. Full CloudFormation + Terraform parity, commercial &amp; GovCloud (US).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457200" y="96926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·  AI Strategy &amp; Architecture Leader  ·  github.com/virtualryder/slg-ai-agents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57200" y="98755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tier; full citations in decks/DECK-SOURCES.md. Applied to a reference agency — not a guarantee.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2026-06-25T00:55:45Z</dcterms:created>
  <dcterms:modified xsi:type="dcterms:W3CDTF">2026-06-25T00:55:45Z</dcterms:modified>
</cp:coreProperties>
</file>