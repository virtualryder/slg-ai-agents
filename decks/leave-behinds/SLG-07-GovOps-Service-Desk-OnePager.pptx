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GovOps IT Service Desk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TICKET QUEUES TO 75% SELF-RESOLVED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IT agent that answers common employee questions, resets and unblocks the routine cases, and prepares higher-risk runbooks for an engineer to execute — so staff get help instantly and engineers focus on real incidents. High-risk actions require an approver.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share of tickets are routine, repetitive, and self-resolvable.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consume the budget just to keep running.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resolution drags as queues build.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engineers are pulled onto tier-1 work.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$100B+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on operations &amp; maintenance (GAO, 2025)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legacy systems flagged; most on outdated languages (GAO)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safe cases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runbook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runs high-risk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is automated; privileged change requires an entitled approver. The desk role can't self-authorize.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resolved by the assistant itself, IBM AskIT (133k+ users)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 with ServiceNow ITSM AI/ML (Microsoft internal)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for novice agents with a gen-AI copilot (QJE 2025)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Deflecting the routine three-quarters of tickets returns skilled engineering hours to incidents and modernization — the work that actually reduces the 80% legacy-operations tax. The newest staff get the biggest boost, shortening ramp and cutting turnover cost.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2026-06-25T00:55:45Z</dcterms:created>
  <dcterms:modified xsi:type="dcterms:W3CDTF">2026-06-25T00:55:45Z</dcterms:modified>
</cp:coreProperties>
</file>