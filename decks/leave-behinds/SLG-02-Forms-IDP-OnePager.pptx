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3716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292608"/>
            <a:ext cx="749808" cy="402336"/>
          </a:xfrm>
          <a:prstGeom prst="roundRect">
            <a:avLst>
              <a:gd name="adj" fmla="val 9091"/>
            </a:avLst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92608"/>
            <a:ext cx="7498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53312" y="310896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  ·  GOVERNED,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Forms &amp; Intelligent Document Processing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7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45 MINUTES TO 20 SECONDS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IDP agent that ingests applications, letters, and voicemails, extracts and validates the fields, masks PII, and routes a clean record to staff — replacing manual keying that is slow and error-prone, with a human gate before anything is filed as official.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1792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2953512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applications can wait weeks or months just to be entered.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keying introduces errors that cause rejected applications and rework.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arrive in every format — typed, handwritten, scanned, voicemail.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spend their first hour on a case transcribing, not deciding.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0080" y="5065776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~1%+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error rate for manual entry — higher for single-key (JAMIA, 2019)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intake per case before staff can begin (Anne Arundel County)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95928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160520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SOLUTION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78808" y="33284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78808" y="33284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44568" y="3310128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anything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4178808" y="380390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178808" y="38039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44568" y="3785616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&amp; summarize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4178808" y="42793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178808" y="4279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44568" y="426110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mask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4178808" y="4754880"/>
            <a:ext cx="274320" cy="274320"/>
          </a:xfrm>
          <a:prstGeom prst="ellipse">
            <a:avLst/>
          </a:prstGeom>
          <a:solidFill>
            <a:srgbClr val="01A88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178808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44568" y="4736592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confirm  </a:t>
            </a:r>
            <a:pPr indent="0" marL="0">
              <a:buNone/>
            </a:pPr>
            <a:r>
              <a:rPr lang="en-US" sz="970" i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 gate)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4178808" y="523036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178808" y="52303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44568" y="5212080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&amp; audit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4178808" y="553212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is automated; the official record of truth is human-confirmed before it enters the case system.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457200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21792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720840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 → &lt;20s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summarization time, Anne Arundel County 'GIST' on AWS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" y="7232904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effort on tasks that once took close to an hour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7744968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Textract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Transcribe + Guardrails + human-in-the-loop, in production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" y="8257032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case: </a:t>
            </a:r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the first hour of every case. Staff move from transcription to judgment, applications clear faster, and the ~1% manual-entry error tax — and the rework it causes downstream — largely disappears. The same pipeline feeds every other agent in this library.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995928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160520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178808" y="6720840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4178808" y="7251192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4178808" y="7781544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4178808" y="8311896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57200" y="9144000"/>
            <a:ext cx="6858000" cy="45720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21792" y="9144000"/>
            <a:ext cx="6528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</a:t>
            </a:r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(own VPC/edge/identity/data/WORM audit) or + Whole-of-Government layer. Full CloudFormation + Terraform parity, commercial &amp; GovCloud (US).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457200" y="9692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·  AI Strategy &amp; Architecture Leader  ·  github.com/virtualryder/slg-ai-agents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57200" y="987552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tier; full citations in decks/DECK-SOURCES.md. Applied to a reference agency — not a guarantee.</a:t>
            </a:r>
            <a:endParaRPr lang="en-US" sz="700" dirty="0"/>
          </a:p>
        </p:txBody>
      </p:sp>
      <p:sp>
        <p:nvSpPr>
          <p:cNvPr id="48" name="TextBox 47"/>
          <p:cNvSpPr txBox="1"/>
          <p:nvPr/>
        </p:nvSpPr>
        <p:spPr>
          <a:xfrm>
            <a:off x="274320" y="9555480"/>
            <a:ext cx="722376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7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2026-06-25T00:55:44Z</dcterms:created>
  <dcterms:modified xsi:type="dcterms:W3CDTF">2026-06-25T00:55:44Z</dcterms:modified>
</cp:coreProperties>
</file>