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3716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749808" cy="402336"/>
          </a:xfrm>
          <a:prstGeom prst="roundRect">
            <a:avLst>
              <a:gd name="adj" fmla="val 9091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53312" y="31089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SLG AGENTIC AI REFERENCE LIBRARY  ·  GOVERNED,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Forms &amp; Intelligent Document Processing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51790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7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45 MINUTES TO 20 SECONDS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IDP agent that ingests applications, letters, and voicemails, extracts and validates the fields, masks PII, and routes a clean record to staff — replacing manual keying that is slow and error-prone, with a human gate before anything is filed as official.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310128"/>
            <a:ext cx="295351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applications can wait weeks or months just to be entered.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keying introduces errors that cause rejected applications and rework.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arrive in every format — typed, handwritten, scanned, voicemail.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spend their first hour on a case transcribing, not deciding.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640080" y="5065776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~1%+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error rate for manual entry — higher for single-key (JAMIA, 2019)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intake per case before staff can begin (Anne Arundel County)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95928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SOLUTION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78808" y="3328416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4178808" y="3328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44568" y="331012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anything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178808" y="3803904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0" name="Text 18"/>
          <p:cNvSpPr/>
          <p:nvPr/>
        </p:nvSpPr>
        <p:spPr>
          <a:xfrm>
            <a:off x="4178808" y="38039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44568" y="378561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summarize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4178808" y="4279392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3" name="Text 21"/>
          <p:cNvSpPr/>
          <p:nvPr/>
        </p:nvSpPr>
        <p:spPr>
          <a:xfrm>
            <a:off x="4178808" y="4279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44568" y="426110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mask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4178808" y="4754880"/>
            <a:ext cx="274320" cy="274320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26" name="Text 24"/>
          <p:cNvSpPr/>
          <p:nvPr/>
        </p:nvSpPr>
        <p:spPr>
          <a:xfrm>
            <a:off x="4178808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44568" y="473659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confirm  </a:t>
            </a:r>
            <a:pPr indent="0" marL="0">
              <a:buNone/>
            </a:pPr>
            <a:r>
              <a:rPr lang="en-US" sz="970" i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 gate)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4178808" y="5230368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9" name="Text 27"/>
          <p:cNvSpPr/>
          <p:nvPr/>
        </p:nvSpPr>
        <p:spPr>
          <a:xfrm>
            <a:off x="4178808" y="5230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44568" y="521208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audit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4178808" y="553212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is automated; the official record of truth is human-confirmed before it enters the case system.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57200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720840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 → &lt;20s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summarization time, Anne Arundel County 'GIST' on AWS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7232904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on tasks that once took close to an hour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7744968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Textract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Transcribe + Guardrails + human-in-the-loop, in production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8257032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case: </a:t>
            </a:r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 the first hour of every case. Staff move from transcription to judgment, applications clear faster, and the ~1% manual-entry error tax — and the rework it causes downstream — largely disappears. The same pipeline feeds every other agent in this library.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3995928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178808" y="6720840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least privilege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+ custom:slg_role; deny-by-default MCP gateway; effective scope = agent grant ∩ user entitlement.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4178808" y="7251192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before inference; KMS encryption; S3 Object Lock (WORM) audit; private VPC + Bedrock VPC endpoint.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178808" y="7781544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 &amp; HITL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Guardrails; grounded, cited answers; consequential action withheld in code until a human approves.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4178808" y="8311896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FedRAMP High + DoD IL-4/5 in GovCloud; CJIS / IRS-1075 alignment; CloudTrail; ADA WCAG 2.1 AA.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57200" y="9144000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" y="9144000"/>
            <a:ext cx="6528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</a:t>
            </a:r>
            <a:pPr indent="0" marL="0">
              <a:lnSpc>
                <a:spcPct val="98000"/>
              </a:lnSpc>
              <a:buNone/>
            </a:pPr>
            <a:r>
              <a:rPr lang="en-US" sz="83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(own VPC/edge/identity/data/WORM audit) or + Whole-of-Government layer. Full CloudFormation + Terraform parity, commercial &amp; GovCloud (US).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457200" y="96926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  ·  AI Strategy &amp; Architecture Leader  ·  github.com/virtualryder/slg-ai-agents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457200" y="98755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documented outcomes from named deployments, labeled by evidence tier; full citations in decks/DECK-SOURCES.md. Applied to a reference agency — not a guarantee.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2026-06-25T00:55:44Z</dcterms:created>
  <dcterms:modified xsi:type="dcterms:W3CDTF">2026-06-25T00:55:44Z</dcterms:modified>
</cp:coreProperties>
</file>