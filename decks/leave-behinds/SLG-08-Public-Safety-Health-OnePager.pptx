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Safety &amp; Public Health Agent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4 HOURS TO 5 MINUTES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accelerates the labor-intensive front end of public-health and public-safety work — identifying sites, triaging data, and drafting documentation — so experts spend their time deciding, not searching. Findings and reports are always human-reviewed.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sites of interest is slow, manual, and image-heavy.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race a clock while staff comb through data.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burden pulls specialists off the field.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events overwhelm fixed expert capacity.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hours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manually identify cooling towers per area before AI (CDC)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investigations across 8 states needing faster triage (CDC)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sites of interest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the data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documentation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reviews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accelerates detection and drafting; an expert validates and approves. Findings are never auto-published.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−98%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cooling-tower identification time, CDC TowerScout (4 hr → 5 min)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~600×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site identification per area, CDC TowerScout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report-writing time in a vendor police trial (evidence is mixed — see notes)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front-end search collapses from hours to minutes, scarce experts investigate more, faster, during the window that matters most in an outbreak — without ceding a single judgment to the model. Lead with the government, peer-reviewed proof point; treat document-drafting claims as promising but contested.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2026-06-25T00:55:45Z</dcterms:created>
  <dcterms:modified xsi:type="dcterms:W3CDTF">2026-06-25T00:55:45Z</dcterms:modified>
</cp:coreProperties>
</file>