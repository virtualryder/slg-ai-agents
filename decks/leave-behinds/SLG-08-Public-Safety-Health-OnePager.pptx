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716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292608"/>
            <a:ext cx="749808" cy="402336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926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53312" y="31089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  ·  GOVERNED,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Safety &amp; Public Health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7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4 HOURS TO 5 MINUTES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accelerates the labor-intensive front end of public-health and public-safety work — identifying sites, triaging data, and drafting documentation — so experts spend their time deciding, not searching. Findings and reports are always human-reviewed.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2953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sites of interest is slow, manual, and image-heavy.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race a clock while staff comb through data.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burden pulls specialists off the field.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events overwhelm fixed expert capacity.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0080" y="5065776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manually identify cooling towers per area before AI (CDC)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investigations across 8 states needing faster triage (CDC)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95928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160520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SOLUTION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78808" y="3328416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78808" y="3328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331012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sites of interest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178808" y="3803904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78808" y="3803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4568" y="37856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the data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178808" y="4279392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178808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426110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documentation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178808" y="4754880"/>
            <a:ext cx="274320" cy="274320"/>
          </a:xfrm>
          <a:prstGeom prst="ellipse">
            <a:avLst/>
          </a:prstGeom>
          <a:solidFill>
            <a:srgbClr val="01A88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178808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47365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 </a:t>
            </a:r>
            <a:pPr indent="0" marL="0">
              <a:buNone/>
            </a:pPr>
            <a:r>
              <a:rPr lang="en-US" sz="970" i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gate)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178808" y="5230368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178808" y="5230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44568" y="52120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audit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178808" y="553212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accelerates detection and drafting; an expert validates and approves. Findings are never auto-published.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57200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21792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720840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−98%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cooling-tower identification time, CDC TowerScout (4 hr → 5 min)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7232904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~600×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site identification per area, CDC TowerScout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7744968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report-writing time in a vendor police trial (evidence is mixed — see notes)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8257032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case: </a:t>
            </a:r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front-end search collapses from hours to minutes, scarce experts investigate more, faster, during the window that matters most in an outbreak — without ceding a single judgment to the model. Lead with the government, peer-reviewed proof point; treat document-drafting claims as promising but contested.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995928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160520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78808" y="67208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178808" y="7251192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178808" y="7781544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178808" y="8311896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57200" y="914400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21792" y="9144000"/>
            <a:ext cx="6528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lnSpc>
                <a:spcPct val="98000"/>
              </a:lnSpc>
              <a:buNone/>
            </a:pPr>
            <a:r>
              <a:rPr lang="en-US" sz="8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(own VPC/edge/identity/data/WORM audit) or + Whole-of-Government layer. Full CloudFormation + Terraform parity, commercial &amp; GovCloud (US).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457200" y="96926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·  AI Strategy &amp; Architecture Leader  ·  github.com/virtualryder/slg-ai-agents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57200" y="98755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tier; full citations in decks/DECK-SOURCES.md. Applied to a reference agency — not a guarantee.</a:t>
            </a:r>
            <a:endParaRPr lang="en-US" sz="700" dirty="0"/>
          </a:p>
        </p:txBody>
      </p:sp>
      <p:sp>
        <p:nvSpPr>
          <p:cNvPr id="48" name="TextBox 47"/>
          <p:cNvSpPr txBox="1"/>
          <p:nvPr/>
        </p:nvSpPr>
        <p:spPr>
          <a:xfrm>
            <a:off x="274320" y="9555480"/>
            <a:ext cx="722376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7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 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2026-06-25T00:55:45Z</dcterms:created>
  <dcterms:modified xsi:type="dcterms:W3CDTF">2026-06-25T00:55:45Z</dcterms:modified>
</cp:coreProperties>
</file>