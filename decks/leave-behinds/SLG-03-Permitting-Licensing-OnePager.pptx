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Permitting &amp; Licensing Plan-Review Agent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WEEKS AND MONTHS TO HOURS AND DAYS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plan-review assistant that checks designs against local zoning and building codes before submission, flags issues for applicants to fix up front, and gives reviewers a structured first pass — so staff approve, not chase corrections. The issuance decision stays with a licensed human.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manually check each plan against zoning and building codes.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submissions bounce back, adding correction cycles and weeks.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wait without visibility; staff field status calls.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 delay shows up directly in the price of housing and development.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Weeks–months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issue rebuilding permits at the local pace California flagged as too slow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&gt;26%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 new single-family home's price driven by regulation (NAHB)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Pre-check the plan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the applicant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review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issues the permit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audit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accelerates the review; a licensed human issues the permit. Issuance is withheld in code.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→ hours/days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process with AI e-check, per the Governor of California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zoning-review time saved with AI pre-check, City of Austin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municipalities already using AI plan-review (Austin, Houston, Seattle, CO…)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cycle removed is days off the clock for a resident or a builder — and permitting delay is a measurable housing cost. The agency keeps the same legal authority and reviewer judgment, but spends it on decisions instead of chasing incomplete paperwork.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2026-06-25T00:55:44Z</dcterms:created>
  <dcterms:modified xsi:type="dcterms:W3CDTF">2026-06-25T00:55:44Z</dcterms:modified>
</cp:coreProperties>
</file>