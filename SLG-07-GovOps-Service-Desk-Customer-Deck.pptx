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GovOps IT Service Desk &amp; Modernization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Answers IT questions, diagnoses incidents, creates and routes tickets, proposes remediation — while destructive runbooks require an SRE-entitled approver.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+ shortages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Aging systems, retirements, scarce specialized skills.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Tier-1 volume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Help desk swamped with routine requests.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documentation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Undocumented apps slow every incident and migration.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delivery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Modernization backlogs grow faster than capacity.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Tier-1 ticket volume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mean time to resolution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software delivery speed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legacy-skill dependency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ticket volume · MTTR · delivery speed · legacy-skill dependency.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grounded answers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create &amp; route tickets (HITL)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Runbook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execute (requires SRE)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ticket status lookup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ITSM (ServiceNow) · Systems Manager · Security Hub/GuardDuty · KB.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destructive ops without approval: `run_runbook` is high-risk and requires an SRE-entitled approver — an analyst alone cannot execute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07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GovOps IT Service Desk &amp; Modernization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