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Records / FOIA &amp; Redaction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Searches, classifies responsiveness, proposes redactions and assembles the production package — while release stays with a records officer.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Vast collections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Deeds, court records, emails, video, scanned paper, microfilm.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responsiveness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Staff find responsive records, dedupe, detect exemptions by hand.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Inconsistent redaction is a disclosure liability.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clock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Backlogs blow past response deadlines.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per records search (suitable collections)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request backlog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inconsistent redactions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statutory deadlines missed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request backlog · search time · redaction consistency · staff workload.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conceptual + keyword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responsive / duplicate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propose redactions + exemptions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assemble indexed production (HITL)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Records/ECMS · OpenSearch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agent proposes redactions and flags exemptions; `release` is withheld — a records officer reviews and releases.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05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Records / FOIA &amp; Redaction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